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8.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2.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8.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Lst>
  <p:sldSz cy="20574000" cx="36576000"/>
  <p:notesSz cx="6858000" cy="9144000"/>
  <p:embeddedFontLst>
    <p:embeddedFont>
      <p:font typeface="Poppins"/>
      <p:regular r:id="rId20"/>
      <p:bold r:id="rId21"/>
      <p:italic r:id="rId22"/>
      <p:boldItalic r:id="rId23"/>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2264">
          <p15:clr>
            <a:srgbClr val="A4A3A4"/>
          </p15:clr>
        </p15:guide>
        <p15:guide id="2" pos="552">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E6A8F306-22CD-4106-867A-C230312C71DA}">
  <a:tblStyle styleId="{E6A8F306-22CD-4106-867A-C230312C71DA}" styleName="Table_0">
    <a:wholeTbl>
      <a:tcTxStyle b="off" i="off">
        <a:font>
          <a:latin typeface="Arial"/>
          <a:ea typeface="Arial"/>
          <a:cs typeface="Arial"/>
        </a:font>
        <a:schemeClr val="dk1"/>
      </a:tcTxStyle>
      <a:tcStyle>
        <a:tcBdr>
          <a:left>
            <a:ln cap="flat" cmpd="sng" w="12700">
              <a:solidFill>
                <a:schemeClr val="lt1"/>
              </a:solidFill>
              <a:prstDash val="solid"/>
              <a:round/>
              <a:headEnd len="sm" w="sm" type="none"/>
              <a:tailEnd len="sm" w="sm" type="none"/>
            </a:ln>
          </a:left>
          <a:right>
            <a:ln cap="flat" cmpd="sng" w="12700">
              <a:solidFill>
                <a:schemeClr val="lt1"/>
              </a:solidFill>
              <a:prstDash val="solid"/>
              <a:round/>
              <a:headEnd len="sm" w="sm" type="none"/>
              <a:tailEnd len="sm" w="sm" type="none"/>
            </a:ln>
          </a:right>
          <a:top>
            <a:ln cap="flat" cmpd="sng" w="12700">
              <a:solidFill>
                <a:schemeClr val="lt1"/>
              </a:solidFill>
              <a:prstDash val="solid"/>
              <a:round/>
              <a:headEnd len="sm" w="sm" type="none"/>
              <a:tailEnd len="sm" w="sm" type="none"/>
            </a:ln>
          </a:top>
          <a:bottom>
            <a:ln cap="flat" cmpd="sng" w="12700">
              <a:solidFill>
                <a:schemeClr val="lt1"/>
              </a:solidFill>
              <a:prstDash val="solid"/>
              <a:round/>
              <a:headEnd len="sm" w="sm" type="none"/>
              <a:tailEnd len="sm" w="sm" type="none"/>
            </a:ln>
          </a:bottom>
          <a:insideH>
            <a:ln cap="flat" cmpd="sng" w="12700">
              <a:solidFill>
                <a:schemeClr val="lt1"/>
              </a:solidFill>
              <a:prstDash val="solid"/>
              <a:round/>
              <a:headEnd len="sm" w="sm" type="none"/>
              <a:tailEnd len="sm" w="sm" type="none"/>
            </a:ln>
          </a:insideH>
          <a:insideV>
            <a:ln cap="flat" cmpd="sng" w="12700">
              <a:solidFill>
                <a:schemeClr val="lt1"/>
              </a:solidFill>
              <a:prstDash val="solid"/>
              <a:round/>
              <a:headEnd len="sm" w="sm" type="none"/>
              <a:tailEnd len="sm" w="sm" type="none"/>
            </a:ln>
          </a:insideV>
        </a:tcBdr>
        <a:fill>
          <a:solidFill>
            <a:srgbClr val="E7E9EC"/>
          </a:solidFill>
        </a:fill>
      </a:tcStyle>
    </a:wholeTbl>
    <a:band1H>
      <a:tcTxStyle/>
      <a:tcStyle>
        <a:fill>
          <a:solidFill>
            <a:srgbClr val="CAD1D8"/>
          </a:solidFill>
        </a:fill>
      </a:tcStyle>
    </a:band1H>
    <a:band2H>
      <a:tcTxStyle/>
    </a:band2H>
    <a:band1V>
      <a:tcTxStyle/>
      <a:tcStyle>
        <a:fill>
          <a:solidFill>
            <a:srgbClr val="CAD1D8"/>
          </a:solidFill>
        </a:fill>
      </a:tcStyle>
    </a:band1V>
    <a:band2V>
      <a:tcTxStyle/>
    </a:band2V>
    <a:lastCol>
      <a:tcTxStyle b="on" i="off">
        <a:font>
          <a:latin typeface="Arial"/>
          <a:ea typeface="Arial"/>
          <a:cs typeface="Arial"/>
        </a:font>
        <a:schemeClr val="lt1"/>
      </a:tcTxStyle>
      <a:tcStyle>
        <a:fill>
          <a:solidFill>
            <a:schemeClr val="accent1"/>
          </a:solidFill>
        </a:fill>
      </a:tcStyle>
    </a:lastCol>
    <a:firstCol>
      <a:tcTxStyle b="on" i="off">
        <a:font>
          <a:latin typeface="Arial"/>
          <a:ea typeface="Arial"/>
          <a:cs typeface="Arial"/>
        </a:font>
        <a:schemeClr val="lt1"/>
      </a:tcTxStyle>
      <a:tcStyle>
        <a:fill>
          <a:solidFill>
            <a:schemeClr val="accent1"/>
          </a:solidFill>
        </a:fill>
      </a:tcStyle>
    </a:firstCol>
    <a:lastRow>
      <a:tcTxStyle b="on" i="off">
        <a:font>
          <a:latin typeface="Arial"/>
          <a:ea typeface="Arial"/>
          <a:cs typeface="Arial"/>
        </a:font>
        <a:schemeClr val="lt1"/>
      </a:tcTxStyle>
      <a:tcStyle>
        <a:tcBdr>
          <a:top>
            <a:ln cap="flat" cmpd="sng" w="38100">
              <a:solidFill>
                <a:schemeClr val="lt1"/>
              </a:solidFill>
              <a:prstDash val="solid"/>
              <a:round/>
              <a:headEnd len="sm" w="sm" type="none"/>
              <a:tailEnd len="sm" w="sm" type="none"/>
            </a:ln>
          </a:top>
        </a:tcBdr>
        <a:fill>
          <a:solidFill>
            <a:schemeClr val="accent1"/>
          </a:solidFill>
        </a:fill>
      </a:tcStyle>
    </a:lastRow>
    <a:seCell>
      <a:tcTxStyle/>
    </a:seCell>
    <a:swCell>
      <a:tcTxStyle/>
    </a:swCell>
    <a:firstRow>
      <a:tcTxStyle b="on" i="off">
        <a:font>
          <a:latin typeface="Arial"/>
          <a:ea typeface="Arial"/>
          <a:cs typeface="Arial"/>
        </a:font>
        <a:schemeClr val="lt1"/>
      </a:tcTxStyle>
      <a:tcStyle>
        <a:tcBdr>
          <a:bottom>
            <a:ln cap="flat" cmpd="sng" w="38100">
              <a:solidFill>
                <a:schemeClr val="lt1"/>
              </a:solidFill>
              <a:prstDash val="solid"/>
              <a:round/>
              <a:headEnd len="sm" w="sm" type="none"/>
              <a:tailEnd len="sm" w="sm" type="none"/>
            </a:ln>
          </a:bottom>
        </a:tcBdr>
        <a:fill>
          <a:solidFill>
            <a:schemeClr val="accent1"/>
          </a:solidFill>
        </a:fill>
      </a:tc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2264" orient="horz"/>
        <p:guide pos="552"/>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font" Target="fonts/Poppins-regular.fntdata"/><Relationship Id="rId11" Type="http://schemas.openxmlformats.org/officeDocument/2006/relationships/slide" Target="slides/slide5.xml"/><Relationship Id="rId22" Type="http://schemas.openxmlformats.org/officeDocument/2006/relationships/font" Target="fonts/Poppins-italic.fntdata"/><Relationship Id="rId10" Type="http://schemas.openxmlformats.org/officeDocument/2006/relationships/slide" Target="slides/slide4.xml"/><Relationship Id="rId21" Type="http://schemas.openxmlformats.org/officeDocument/2006/relationships/font" Target="fonts/Poppins-bold.fntdata"/><Relationship Id="rId13" Type="http://schemas.openxmlformats.org/officeDocument/2006/relationships/slide" Target="slides/slide7.xml"/><Relationship Id="rId12" Type="http://schemas.openxmlformats.org/officeDocument/2006/relationships/slide" Target="slides/slide6.xml"/><Relationship Id="rId23" Type="http://schemas.openxmlformats.org/officeDocument/2006/relationships/font" Target="fonts/Poppins-boldItalic.fntdata"/><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3.xml"/><Relationship Id="rId15" Type="http://schemas.openxmlformats.org/officeDocument/2006/relationships/slide" Target="slides/slide9.xml"/><Relationship Id="rId14" Type="http://schemas.openxmlformats.org/officeDocument/2006/relationships/slide" Target="slides/slide8.xml"/><Relationship Id="rId17" Type="http://schemas.openxmlformats.org/officeDocument/2006/relationships/slide" Target="slides/slide11.xml"/><Relationship Id="rId16" Type="http://schemas.openxmlformats.org/officeDocument/2006/relationships/slide" Target="slides/slide10.xml"/><Relationship Id="rId5" Type="http://schemas.openxmlformats.org/officeDocument/2006/relationships/slideMaster" Target="slideMasters/slideMaster1.xml"/><Relationship Id="rId19" Type="http://schemas.openxmlformats.org/officeDocument/2006/relationships/slide" Target="slides/slide13.xml"/><Relationship Id="rId6" Type="http://schemas.openxmlformats.org/officeDocument/2006/relationships/notesMaster" Target="notesMasters/notesMaster1.xml"/><Relationship Id="rId18" Type="http://schemas.openxmlformats.org/officeDocument/2006/relationships/slide" Target="slides/slide12.xml"/><Relationship Id="rId7" Type="http://schemas.openxmlformats.org/officeDocument/2006/relationships/slide" Target="slides/slide1.xml"/><Relationship Id="rId8"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lnSpc>
                <a:spcPct val="100000"/>
              </a:lnSpc>
              <a:spcBef>
                <a:spcPts val="0"/>
              </a:spcBef>
              <a:spcAft>
                <a:spcPts val="0"/>
              </a:spcAft>
              <a:buClr>
                <a:srgbClr val="000000"/>
              </a:buClr>
              <a:buSzPts val="1400"/>
              <a:buFont typeface="Arial"/>
              <a:buNone/>
              <a:defRPr b="0" i="0" sz="12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lnSpc>
                <a:spcPct val="100000"/>
              </a:lnSpc>
              <a:spcBef>
                <a:spcPts val="0"/>
              </a:spcBef>
              <a:spcAft>
                <a:spcPts val="0"/>
              </a:spcAft>
              <a:buClr>
                <a:srgbClr val="000000"/>
              </a:buClr>
              <a:buSzPts val="1400"/>
              <a:buFont typeface="Arial"/>
              <a:buNone/>
              <a:defRPr b="0" i="0" sz="3600" u="none" cap="none" strike="noStrike">
                <a:solidFill>
                  <a:schemeClr val="dk1"/>
                </a:solidFill>
                <a:latin typeface="Arial"/>
                <a:ea typeface="Arial"/>
                <a:cs typeface="Arial"/>
                <a:sym typeface="Arial"/>
              </a:defRPr>
            </a:lvl1pPr>
            <a:lvl2pPr indent="-228600" lvl="1" marL="914400" marR="0" rtl="0" algn="l">
              <a:lnSpc>
                <a:spcPct val="100000"/>
              </a:lnSpc>
              <a:spcBef>
                <a:spcPts val="0"/>
              </a:spcBef>
              <a:spcAft>
                <a:spcPts val="0"/>
              </a:spcAft>
              <a:buClr>
                <a:srgbClr val="000000"/>
              </a:buClr>
              <a:buSzPts val="1400"/>
              <a:buFont typeface="Arial"/>
              <a:buNone/>
              <a:defRPr b="0" i="0" sz="3600" u="none" cap="none" strike="noStrike">
                <a:solidFill>
                  <a:schemeClr val="dk1"/>
                </a:solidFill>
                <a:latin typeface="Arial"/>
                <a:ea typeface="Arial"/>
                <a:cs typeface="Arial"/>
                <a:sym typeface="Arial"/>
              </a:defRPr>
            </a:lvl2pPr>
            <a:lvl3pPr indent="-228600" lvl="2" marL="1371600" marR="0" rtl="0" algn="l">
              <a:lnSpc>
                <a:spcPct val="100000"/>
              </a:lnSpc>
              <a:spcBef>
                <a:spcPts val="0"/>
              </a:spcBef>
              <a:spcAft>
                <a:spcPts val="0"/>
              </a:spcAft>
              <a:buClr>
                <a:srgbClr val="000000"/>
              </a:buClr>
              <a:buSzPts val="1400"/>
              <a:buFont typeface="Arial"/>
              <a:buNone/>
              <a:defRPr b="0" i="0" sz="3600" u="none" cap="none" strike="noStrike">
                <a:solidFill>
                  <a:schemeClr val="dk1"/>
                </a:solidFill>
                <a:latin typeface="Arial"/>
                <a:ea typeface="Arial"/>
                <a:cs typeface="Arial"/>
                <a:sym typeface="Arial"/>
              </a:defRPr>
            </a:lvl3pPr>
            <a:lvl4pPr indent="-228600" lvl="3" marL="1828800" marR="0" rtl="0" algn="l">
              <a:lnSpc>
                <a:spcPct val="100000"/>
              </a:lnSpc>
              <a:spcBef>
                <a:spcPts val="0"/>
              </a:spcBef>
              <a:spcAft>
                <a:spcPts val="0"/>
              </a:spcAft>
              <a:buClr>
                <a:srgbClr val="000000"/>
              </a:buClr>
              <a:buSzPts val="1400"/>
              <a:buFont typeface="Arial"/>
              <a:buNone/>
              <a:defRPr b="0" i="0" sz="3600" u="none" cap="none" strike="noStrike">
                <a:solidFill>
                  <a:schemeClr val="dk1"/>
                </a:solidFill>
                <a:latin typeface="Arial"/>
                <a:ea typeface="Arial"/>
                <a:cs typeface="Arial"/>
                <a:sym typeface="Arial"/>
              </a:defRPr>
            </a:lvl4pPr>
            <a:lvl5pPr indent="-228600" lvl="4" marL="2286000" marR="0" rtl="0" algn="l">
              <a:lnSpc>
                <a:spcPct val="100000"/>
              </a:lnSpc>
              <a:spcBef>
                <a:spcPts val="0"/>
              </a:spcBef>
              <a:spcAft>
                <a:spcPts val="0"/>
              </a:spcAft>
              <a:buClr>
                <a:srgbClr val="000000"/>
              </a:buClr>
              <a:buSzPts val="1400"/>
              <a:buFont typeface="Arial"/>
              <a:buNone/>
              <a:defRPr b="0" i="0" sz="3600" u="none" cap="none" strike="noStrike">
                <a:solidFill>
                  <a:schemeClr val="dk1"/>
                </a:solidFill>
                <a:latin typeface="Arial"/>
                <a:ea typeface="Arial"/>
                <a:cs typeface="Arial"/>
                <a:sym typeface="Arial"/>
              </a:defRPr>
            </a:lvl5pPr>
            <a:lvl6pPr indent="-228600" lvl="5" marL="2743200" marR="0" rtl="0" algn="l">
              <a:lnSpc>
                <a:spcPct val="100000"/>
              </a:lnSpc>
              <a:spcBef>
                <a:spcPts val="0"/>
              </a:spcBef>
              <a:spcAft>
                <a:spcPts val="0"/>
              </a:spcAft>
              <a:buClr>
                <a:srgbClr val="000000"/>
              </a:buClr>
              <a:buSzPts val="1400"/>
              <a:buFont typeface="Arial"/>
              <a:buNone/>
              <a:defRPr b="0" i="0" sz="3600" u="none" cap="none" strike="noStrike">
                <a:solidFill>
                  <a:schemeClr val="dk1"/>
                </a:solidFill>
                <a:latin typeface="Arial"/>
                <a:ea typeface="Arial"/>
                <a:cs typeface="Arial"/>
                <a:sym typeface="Arial"/>
              </a:defRPr>
            </a:lvl6pPr>
            <a:lvl7pPr indent="-228600" lvl="6" marL="3200400" marR="0" rtl="0" algn="l">
              <a:lnSpc>
                <a:spcPct val="100000"/>
              </a:lnSpc>
              <a:spcBef>
                <a:spcPts val="0"/>
              </a:spcBef>
              <a:spcAft>
                <a:spcPts val="0"/>
              </a:spcAft>
              <a:buClr>
                <a:srgbClr val="000000"/>
              </a:buClr>
              <a:buSzPts val="1400"/>
              <a:buFont typeface="Arial"/>
              <a:buNone/>
              <a:defRPr b="0" i="0" sz="3600" u="none" cap="none" strike="noStrike">
                <a:solidFill>
                  <a:schemeClr val="dk1"/>
                </a:solidFill>
                <a:latin typeface="Arial"/>
                <a:ea typeface="Arial"/>
                <a:cs typeface="Arial"/>
                <a:sym typeface="Arial"/>
              </a:defRPr>
            </a:lvl7pPr>
            <a:lvl8pPr indent="-228600" lvl="7" marL="3657600" marR="0" rtl="0" algn="l">
              <a:lnSpc>
                <a:spcPct val="100000"/>
              </a:lnSpc>
              <a:spcBef>
                <a:spcPts val="0"/>
              </a:spcBef>
              <a:spcAft>
                <a:spcPts val="0"/>
              </a:spcAft>
              <a:buClr>
                <a:srgbClr val="000000"/>
              </a:buClr>
              <a:buSzPts val="1400"/>
              <a:buFont typeface="Arial"/>
              <a:buNone/>
              <a:defRPr b="0" i="0" sz="3600" u="none" cap="none" strike="noStrike">
                <a:solidFill>
                  <a:schemeClr val="dk1"/>
                </a:solidFill>
                <a:latin typeface="Arial"/>
                <a:ea typeface="Arial"/>
                <a:cs typeface="Arial"/>
                <a:sym typeface="Arial"/>
              </a:defRPr>
            </a:lvl8pPr>
            <a:lvl9pPr indent="-228600" lvl="8" marL="4114800" marR="0" rtl="0" algn="l">
              <a:lnSpc>
                <a:spcPct val="100000"/>
              </a:lnSpc>
              <a:spcBef>
                <a:spcPts val="0"/>
              </a:spcBef>
              <a:spcAft>
                <a:spcPts val="0"/>
              </a:spcAft>
              <a:buClr>
                <a:srgbClr val="000000"/>
              </a:buClr>
              <a:buSzPts val="1400"/>
              <a:buFont typeface="Arial"/>
              <a:buNone/>
              <a:defRPr b="0" i="0" sz="3600" u="none" cap="none" strike="noStrike">
                <a:solidFill>
                  <a:schemeClr val="dk1"/>
                </a:solidFill>
                <a:latin typeface="Arial"/>
                <a:ea typeface="Arial"/>
                <a:cs typeface="Arial"/>
                <a:sym typeface="Arial"/>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0" i="0" lang="en-IN" sz="1200" u="none" cap="none" strike="noStrike">
                <a:solidFill>
                  <a:schemeClr val="dk1"/>
                </a:solidFill>
                <a:latin typeface="Arial"/>
                <a:ea typeface="Arial"/>
                <a:cs typeface="Arial"/>
                <a:sym typeface="Arial"/>
              </a:rPr>
              <a:t>‹#›</a:t>
            </a:fld>
            <a:endParaRPr b="0" i="0" sz="1200" u="none" cap="none" strike="noStrike">
              <a:solidFill>
                <a:schemeClr val="dk1"/>
              </a:solidFill>
              <a:latin typeface="Arial"/>
              <a:ea typeface="Arial"/>
              <a:cs typeface="Arial"/>
              <a:sym typeface="Arial"/>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 name="Shape 82"/>
        <p:cNvGrpSpPr/>
        <p:nvPr/>
      </p:nvGrpSpPr>
      <p:grpSpPr>
        <a:xfrm>
          <a:off x="0" y="0"/>
          <a:ext cx="0" cy="0"/>
          <a:chOff x="0" y="0"/>
          <a:chExt cx="0" cy="0"/>
        </a:xfrm>
      </p:grpSpPr>
      <p:sp>
        <p:nvSpPr>
          <p:cNvPr id="83" name="Google Shape;8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4" name="Google Shape;84;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5" name="Google Shape;85;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IN"/>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 name="Shape 111"/>
        <p:cNvGrpSpPr/>
        <p:nvPr/>
      </p:nvGrpSpPr>
      <p:grpSpPr>
        <a:xfrm>
          <a:off x="0" y="0"/>
          <a:ext cx="0" cy="0"/>
          <a:chOff x="0" y="0"/>
          <a:chExt cx="0" cy="0"/>
        </a:xfrm>
      </p:grpSpPr>
      <p:sp>
        <p:nvSpPr>
          <p:cNvPr id="112" name="Google Shape;112;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3" name="Google Shape;113;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4" name="Google Shape;114;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IN"/>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2" name="Google Shape;142;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3" name="Google Shape;143;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I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1" name="Shape 151"/>
        <p:cNvGrpSpPr/>
        <p:nvPr/>
      </p:nvGrpSpPr>
      <p:grpSpPr>
        <a:xfrm>
          <a:off x="0" y="0"/>
          <a:ext cx="0" cy="0"/>
          <a:chOff x="0" y="0"/>
          <a:chExt cx="0" cy="0"/>
        </a:xfrm>
      </p:grpSpPr>
      <p:sp>
        <p:nvSpPr>
          <p:cNvPr id="152" name="Google Shape;152;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3" name="Google Shape;153;p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54" name="Google Shape;154;p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IN"/>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9" name="Shape 159"/>
        <p:cNvGrpSpPr/>
        <p:nvPr/>
      </p:nvGrpSpPr>
      <p:grpSpPr>
        <a:xfrm>
          <a:off x="0" y="0"/>
          <a:ext cx="0" cy="0"/>
          <a:chOff x="0" y="0"/>
          <a:chExt cx="0" cy="0"/>
        </a:xfrm>
      </p:grpSpPr>
      <p:sp>
        <p:nvSpPr>
          <p:cNvPr id="160" name="Google Shape;160;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1" name="Google Shape;161;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62" name="Google Shape;162;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I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9" name="Shape 169"/>
        <p:cNvGrpSpPr/>
        <p:nvPr/>
      </p:nvGrpSpPr>
      <p:grpSpPr>
        <a:xfrm>
          <a:off x="0" y="0"/>
          <a:ext cx="0" cy="0"/>
          <a:chOff x="0" y="0"/>
          <a:chExt cx="0" cy="0"/>
        </a:xfrm>
      </p:grpSpPr>
      <p:sp>
        <p:nvSpPr>
          <p:cNvPr id="170" name="Google Shape;170;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1" name="Google Shape;171;p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72" name="Google Shape;172;p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IN"/>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4" name="Shape 194"/>
        <p:cNvGrpSpPr/>
        <p:nvPr/>
      </p:nvGrpSpPr>
      <p:grpSpPr>
        <a:xfrm>
          <a:off x="0" y="0"/>
          <a:ext cx="0" cy="0"/>
          <a:chOff x="0" y="0"/>
          <a:chExt cx="0" cy="0"/>
        </a:xfrm>
      </p:grpSpPr>
      <p:sp>
        <p:nvSpPr>
          <p:cNvPr id="195" name="Google Shape;195;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6" name="Google Shape;196;p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97" name="Google Shape;197;p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IN"/>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4" name="Shape 224"/>
        <p:cNvGrpSpPr/>
        <p:nvPr/>
      </p:nvGrpSpPr>
      <p:grpSpPr>
        <a:xfrm>
          <a:off x="0" y="0"/>
          <a:ext cx="0" cy="0"/>
          <a:chOff x="0" y="0"/>
          <a:chExt cx="0" cy="0"/>
        </a:xfrm>
      </p:grpSpPr>
      <p:sp>
        <p:nvSpPr>
          <p:cNvPr id="225" name="Google Shape;225;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6" name="Google Shape;226;p1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27" name="Google Shape;227;p1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IN"/>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3" name="Shape 233"/>
        <p:cNvGrpSpPr/>
        <p:nvPr/>
      </p:nvGrpSpPr>
      <p:grpSpPr>
        <a:xfrm>
          <a:off x="0" y="0"/>
          <a:ext cx="0" cy="0"/>
          <a:chOff x="0" y="0"/>
          <a:chExt cx="0" cy="0"/>
        </a:xfrm>
      </p:grpSpPr>
      <p:sp>
        <p:nvSpPr>
          <p:cNvPr id="234" name="Google Shape;23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5" name="Google Shape;235;p1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36" name="Google Shape;236;p1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IN"/>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2" name="Shape 242"/>
        <p:cNvGrpSpPr/>
        <p:nvPr/>
      </p:nvGrpSpPr>
      <p:grpSpPr>
        <a:xfrm>
          <a:off x="0" y="0"/>
          <a:ext cx="0" cy="0"/>
          <a:chOff x="0" y="0"/>
          <a:chExt cx="0" cy="0"/>
        </a:xfrm>
      </p:grpSpPr>
      <p:sp>
        <p:nvSpPr>
          <p:cNvPr id="243" name="Google Shape;243;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4" name="Google Shape;244;p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45" name="Google Shape;245;p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IN"/>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8" name="Shape 248"/>
        <p:cNvGrpSpPr/>
        <p:nvPr/>
      </p:nvGrpSpPr>
      <p:grpSpPr>
        <a:xfrm>
          <a:off x="0" y="0"/>
          <a:ext cx="0" cy="0"/>
          <a:chOff x="0" y="0"/>
          <a:chExt cx="0" cy="0"/>
        </a:xfrm>
      </p:grpSpPr>
      <p:sp>
        <p:nvSpPr>
          <p:cNvPr id="249" name="Google Shape;249;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50" name="Google Shape;250;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2" name="Shape 272"/>
        <p:cNvGrpSpPr/>
        <p:nvPr/>
      </p:nvGrpSpPr>
      <p:grpSpPr>
        <a:xfrm>
          <a:off x="0" y="0"/>
          <a:ext cx="0" cy="0"/>
          <a:chOff x="0" y="0"/>
          <a:chExt cx="0" cy="0"/>
        </a:xfrm>
      </p:grpSpPr>
      <p:sp>
        <p:nvSpPr>
          <p:cNvPr id="273" name="Google Shape;273;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4" name="Google Shape;274;p1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75" name="Google Shape;275;p1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IN"/>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2" name="Shape 282"/>
        <p:cNvGrpSpPr/>
        <p:nvPr/>
      </p:nvGrpSpPr>
      <p:grpSpPr>
        <a:xfrm>
          <a:off x="0" y="0"/>
          <a:ext cx="0" cy="0"/>
          <a:chOff x="0" y="0"/>
          <a:chExt cx="0" cy="0"/>
        </a:xfrm>
      </p:grpSpPr>
      <p:sp>
        <p:nvSpPr>
          <p:cNvPr id="283" name="Google Shape;283;p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84" name="Google Shape;284;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3" name="Shape 13"/>
        <p:cNvGrpSpPr/>
        <p:nvPr/>
      </p:nvGrpSpPr>
      <p:grpSpPr>
        <a:xfrm>
          <a:off x="0" y="0"/>
          <a:ext cx="0" cy="0"/>
          <a:chOff x="0" y="0"/>
          <a:chExt cx="0" cy="0"/>
        </a:xfrm>
      </p:grpSpPr>
      <p:sp>
        <p:nvSpPr>
          <p:cNvPr id="14" name="Google Shape;14;p2"/>
          <p:cNvSpPr txBox="1"/>
          <p:nvPr>
            <p:ph idx="10" type="dt"/>
          </p:nvPr>
        </p:nvSpPr>
        <p:spPr>
          <a:xfrm>
            <a:off x="2514600" y="19069052"/>
            <a:ext cx="8229600" cy="1095375"/>
          </a:xfrm>
          <a:prstGeom prst="rect">
            <a:avLst/>
          </a:prstGeom>
          <a:noFill/>
          <a:ln>
            <a:noFill/>
          </a:ln>
        </p:spPr>
        <p:txBody>
          <a:bodyPr anchorCtr="0" anchor="ctr"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15" name="Google Shape;15;p2"/>
          <p:cNvSpPr txBox="1"/>
          <p:nvPr>
            <p:ph idx="11" type="ftr"/>
          </p:nvPr>
        </p:nvSpPr>
        <p:spPr>
          <a:xfrm>
            <a:off x="12115800" y="19069052"/>
            <a:ext cx="12344400" cy="1095375"/>
          </a:xfrm>
          <a:prstGeom prst="rect">
            <a:avLst/>
          </a:prstGeom>
          <a:noFill/>
          <a:ln>
            <a:noFill/>
          </a:ln>
        </p:spPr>
        <p:txBody>
          <a:bodyPr anchorCtr="0" anchor="ctr" bIns="45700" lIns="91425" spcFirstLastPara="1" rIns="91425" wrap="square" tIns="45700">
            <a:noAutofit/>
          </a:bodyPr>
          <a:lstStyle>
            <a:lvl1pPr lvl="0" marR="0" rtl="0" algn="ctr">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16" name="Google Shape;16;p2"/>
          <p:cNvSpPr txBox="1"/>
          <p:nvPr>
            <p:ph idx="12" type="sldNum"/>
          </p:nvPr>
        </p:nvSpPr>
        <p:spPr>
          <a:xfrm>
            <a:off x="25831800" y="19069052"/>
            <a:ext cx="8229600" cy="1095375"/>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1pPr>
            <a:lvl2pPr indent="0" lvl="1" marL="0" marR="0" rtl="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2pPr>
            <a:lvl3pPr indent="0" lvl="2" marL="0" marR="0" rtl="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3pPr>
            <a:lvl4pPr indent="0" lvl="3" marL="0" marR="0" rtl="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4pPr>
            <a:lvl5pPr indent="0" lvl="4" marL="0" marR="0" rtl="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5pPr>
            <a:lvl6pPr indent="0" lvl="5" marL="0" marR="0" rtl="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6pPr>
            <a:lvl7pPr indent="0" lvl="6" marL="0" marR="0" rtl="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7pPr>
            <a:lvl8pPr indent="0" lvl="7" marL="0" marR="0" rtl="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8pPr>
            <a:lvl9pPr indent="0" lvl="8" marL="0" marR="0" rtl="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IN"/>
              <a:t>‹#›</a:t>
            </a:fld>
            <a:endParaRPr/>
          </a:p>
        </p:txBody>
      </p:sp>
    </p:spTree>
  </p:cSld>
  <p:clrMapOvr>
    <a:masterClrMapping/>
  </p:clrMapOvr>
  <mc:AlternateContent>
    <mc:Choice Requires="p14">
      <p:transition spd="slow" p14:dur="900">
        <p:fade thruBlk="1"/>
      </p:transition>
    </mc:Choice>
    <mc:Fallback>
      <p:transition spd="slow">
        <p:fade/>
      </p:transition>
    </mc:Fallback>
  </mc:AlternateContent>
  <p:extLst>
    <p:ext uri="{DCECCB84-F9BA-43D5-87BE-67443E8EF086}">
      <p15:sldGuideLst>
        <p15:guide id="1" orient="horz" pos="6480">
          <p15:clr>
            <a:srgbClr val="FBAE40"/>
          </p15:clr>
        </p15:guide>
        <p15:guide id="2" pos="1152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7" name="Shape 17"/>
        <p:cNvGrpSpPr/>
        <p:nvPr/>
      </p:nvGrpSpPr>
      <p:grpSpPr>
        <a:xfrm>
          <a:off x="0" y="0"/>
          <a:ext cx="0" cy="0"/>
          <a:chOff x="0" y="0"/>
          <a:chExt cx="0" cy="0"/>
        </a:xfrm>
      </p:grpSpPr>
      <p:sp>
        <p:nvSpPr>
          <p:cNvPr id="18" name="Google Shape;18;p3"/>
          <p:cNvSpPr txBox="1"/>
          <p:nvPr>
            <p:ph type="ctrTitle"/>
          </p:nvPr>
        </p:nvSpPr>
        <p:spPr>
          <a:xfrm>
            <a:off x="4572000" y="3367089"/>
            <a:ext cx="27432000" cy="7162800"/>
          </a:xfrm>
          <a:prstGeom prst="rect">
            <a:avLst/>
          </a:prstGeom>
          <a:noFill/>
          <a:ln>
            <a:noFill/>
          </a:ln>
        </p:spPr>
        <p:txBody>
          <a:bodyPr anchorCtr="0" anchor="b" bIns="45700" lIns="91425" spcFirstLastPara="1" rIns="91425" wrap="square" tIns="45700">
            <a:normAutofit/>
          </a:bodyPr>
          <a:lstStyle>
            <a:lvl1pPr lvl="0" marR="0" rtl="0" algn="ctr">
              <a:lnSpc>
                <a:spcPct val="90000"/>
              </a:lnSpc>
              <a:spcBef>
                <a:spcPts val="0"/>
              </a:spcBef>
              <a:spcAft>
                <a:spcPts val="0"/>
              </a:spcAft>
              <a:buClr>
                <a:schemeClr val="dk1"/>
              </a:buClr>
              <a:buSzPts val="18000"/>
              <a:buFont typeface="Play"/>
              <a:buNone/>
              <a:defRPr b="0" i="0" sz="180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19" name="Google Shape;19;p3"/>
          <p:cNvSpPr txBox="1"/>
          <p:nvPr>
            <p:ph idx="1" type="subTitle"/>
          </p:nvPr>
        </p:nvSpPr>
        <p:spPr>
          <a:xfrm>
            <a:off x="4572000" y="10806114"/>
            <a:ext cx="27432000" cy="4967286"/>
          </a:xfrm>
          <a:prstGeom prst="rect">
            <a:avLst/>
          </a:prstGeom>
          <a:noFill/>
          <a:ln>
            <a:noFill/>
          </a:ln>
        </p:spPr>
        <p:txBody>
          <a:bodyPr anchorCtr="0" anchor="t" bIns="45700" lIns="91425" spcFirstLastPara="1" rIns="91425" wrap="square" tIns="45700">
            <a:normAutofit/>
          </a:bodyPr>
          <a:lstStyle>
            <a:lvl1pPr lvl="0" marR="0" rtl="0" algn="ctr">
              <a:lnSpc>
                <a:spcPct val="90000"/>
              </a:lnSpc>
              <a:spcBef>
                <a:spcPts val="3000"/>
              </a:spcBef>
              <a:spcAft>
                <a:spcPts val="0"/>
              </a:spcAft>
              <a:buClr>
                <a:schemeClr val="dk1"/>
              </a:buClr>
              <a:buSzPts val="7200"/>
              <a:buFont typeface="Arial"/>
              <a:buNone/>
              <a:defRPr b="0" i="0" sz="7200" u="none" cap="none" strike="noStrike">
                <a:solidFill>
                  <a:srgbClr val="000000"/>
                </a:solidFill>
                <a:latin typeface="Arial"/>
                <a:ea typeface="Arial"/>
                <a:cs typeface="Arial"/>
                <a:sym typeface="Arial"/>
              </a:defRPr>
            </a:lvl1pPr>
            <a:lvl2pPr lvl="1" marR="0" rtl="0" algn="ctr">
              <a:lnSpc>
                <a:spcPct val="90000"/>
              </a:lnSpc>
              <a:spcBef>
                <a:spcPts val="1500"/>
              </a:spcBef>
              <a:spcAft>
                <a:spcPts val="0"/>
              </a:spcAft>
              <a:buClr>
                <a:schemeClr val="dk1"/>
              </a:buClr>
              <a:buSzPts val="6000"/>
              <a:buFont typeface="Arial"/>
              <a:buNone/>
              <a:defRPr b="0" i="0" sz="6000" u="none" cap="none" strike="noStrike">
                <a:solidFill>
                  <a:srgbClr val="000000"/>
                </a:solidFill>
                <a:latin typeface="Arial"/>
                <a:ea typeface="Arial"/>
                <a:cs typeface="Arial"/>
                <a:sym typeface="Arial"/>
              </a:defRPr>
            </a:lvl2pPr>
            <a:lvl3pPr lvl="2" marR="0" rtl="0" algn="ctr">
              <a:lnSpc>
                <a:spcPct val="90000"/>
              </a:lnSpc>
              <a:spcBef>
                <a:spcPts val="1500"/>
              </a:spcBef>
              <a:spcAft>
                <a:spcPts val="0"/>
              </a:spcAft>
              <a:buClr>
                <a:schemeClr val="dk1"/>
              </a:buClr>
              <a:buSzPts val="5400"/>
              <a:buFont typeface="Arial"/>
              <a:buNone/>
              <a:defRPr b="0" i="0" sz="5400" u="none" cap="none" strike="noStrike">
                <a:solidFill>
                  <a:srgbClr val="000000"/>
                </a:solidFill>
                <a:latin typeface="Arial"/>
                <a:ea typeface="Arial"/>
                <a:cs typeface="Arial"/>
                <a:sym typeface="Arial"/>
              </a:defRPr>
            </a:lvl3pPr>
            <a:lvl4pPr lvl="3" marR="0" rtl="0" algn="ctr">
              <a:lnSpc>
                <a:spcPct val="90000"/>
              </a:lnSpc>
              <a:spcBef>
                <a:spcPts val="1500"/>
              </a:spcBef>
              <a:spcAft>
                <a:spcPts val="0"/>
              </a:spcAft>
              <a:buClr>
                <a:schemeClr val="dk1"/>
              </a:buClr>
              <a:buSzPts val="4800"/>
              <a:buFont typeface="Arial"/>
              <a:buNone/>
              <a:defRPr b="0" i="0" sz="4800" u="none" cap="none" strike="noStrike">
                <a:solidFill>
                  <a:srgbClr val="000000"/>
                </a:solidFill>
                <a:latin typeface="Arial"/>
                <a:ea typeface="Arial"/>
                <a:cs typeface="Arial"/>
                <a:sym typeface="Arial"/>
              </a:defRPr>
            </a:lvl4pPr>
            <a:lvl5pPr lvl="4" marR="0" rtl="0" algn="ctr">
              <a:lnSpc>
                <a:spcPct val="90000"/>
              </a:lnSpc>
              <a:spcBef>
                <a:spcPts val="1500"/>
              </a:spcBef>
              <a:spcAft>
                <a:spcPts val="0"/>
              </a:spcAft>
              <a:buClr>
                <a:schemeClr val="dk1"/>
              </a:buClr>
              <a:buSzPts val="4800"/>
              <a:buFont typeface="Arial"/>
              <a:buNone/>
              <a:defRPr b="0" i="0" sz="4800" u="none" cap="none" strike="noStrike">
                <a:solidFill>
                  <a:srgbClr val="000000"/>
                </a:solidFill>
                <a:latin typeface="Arial"/>
                <a:ea typeface="Arial"/>
                <a:cs typeface="Arial"/>
                <a:sym typeface="Arial"/>
              </a:defRPr>
            </a:lvl5pPr>
            <a:lvl6pPr lvl="5" marR="0" rtl="0" algn="ctr">
              <a:lnSpc>
                <a:spcPct val="90000"/>
              </a:lnSpc>
              <a:spcBef>
                <a:spcPts val="1500"/>
              </a:spcBef>
              <a:spcAft>
                <a:spcPts val="0"/>
              </a:spcAft>
              <a:buClr>
                <a:schemeClr val="dk1"/>
              </a:buClr>
              <a:buSzPts val="4800"/>
              <a:buFont typeface="Arial"/>
              <a:buNone/>
              <a:defRPr b="0" i="0" sz="4800" u="none" cap="none" strike="noStrike">
                <a:solidFill>
                  <a:srgbClr val="000000"/>
                </a:solidFill>
                <a:latin typeface="Arial"/>
                <a:ea typeface="Arial"/>
                <a:cs typeface="Arial"/>
                <a:sym typeface="Arial"/>
              </a:defRPr>
            </a:lvl6pPr>
            <a:lvl7pPr lvl="6" marR="0" rtl="0" algn="ctr">
              <a:lnSpc>
                <a:spcPct val="90000"/>
              </a:lnSpc>
              <a:spcBef>
                <a:spcPts val="1500"/>
              </a:spcBef>
              <a:spcAft>
                <a:spcPts val="0"/>
              </a:spcAft>
              <a:buClr>
                <a:schemeClr val="dk1"/>
              </a:buClr>
              <a:buSzPts val="4800"/>
              <a:buFont typeface="Arial"/>
              <a:buNone/>
              <a:defRPr b="0" i="0" sz="4800" u="none" cap="none" strike="noStrike">
                <a:solidFill>
                  <a:srgbClr val="000000"/>
                </a:solidFill>
                <a:latin typeface="Arial"/>
                <a:ea typeface="Arial"/>
                <a:cs typeface="Arial"/>
                <a:sym typeface="Arial"/>
              </a:defRPr>
            </a:lvl7pPr>
            <a:lvl8pPr lvl="7" marR="0" rtl="0" algn="ctr">
              <a:lnSpc>
                <a:spcPct val="90000"/>
              </a:lnSpc>
              <a:spcBef>
                <a:spcPts val="1500"/>
              </a:spcBef>
              <a:spcAft>
                <a:spcPts val="0"/>
              </a:spcAft>
              <a:buClr>
                <a:schemeClr val="dk1"/>
              </a:buClr>
              <a:buSzPts val="4800"/>
              <a:buFont typeface="Arial"/>
              <a:buNone/>
              <a:defRPr b="0" i="0" sz="4800" u="none" cap="none" strike="noStrike">
                <a:solidFill>
                  <a:srgbClr val="000000"/>
                </a:solidFill>
                <a:latin typeface="Arial"/>
                <a:ea typeface="Arial"/>
                <a:cs typeface="Arial"/>
                <a:sym typeface="Arial"/>
              </a:defRPr>
            </a:lvl8pPr>
            <a:lvl9pPr lvl="8" marR="0" rtl="0" algn="ctr">
              <a:lnSpc>
                <a:spcPct val="90000"/>
              </a:lnSpc>
              <a:spcBef>
                <a:spcPts val="1500"/>
              </a:spcBef>
              <a:spcAft>
                <a:spcPts val="0"/>
              </a:spcAft>
              <a:buClr>
                <a:schemeClr val="dk1"/>
              </a:buClr>
              <a:buSzPts val="4800"/>
              <a:buFont typeface="Arial"/>
              <a:buNone/>
              <a:defRPr b="0" i="0" sz="4800" u="none" cap="none" strike="noStrike">
                <a:solidFill>
                  <a:srgbClr val="000000"/>
                </a:solidFill>
                <a:latin typeface="Arial"/>
                <a:ea typeface="Arial"/>
                <a:cs typeface="Arial"/>
                <a:sym typeface="Arial"/>
              </a:defRPr>
            </a:lvl9pPr>
          </a:lstStyle>
          <a:p/>
        </p:txBody>
      </p:sp>
      <p:sp>
        <p:nvSpPr>
          <p:cNvPr id="20" name="Google Shape;20;p3"/>
          <p:cNvSpPr txBox="1"/>
          <p:nvPr>
            <p:ph idx="10" type="dt"/>
          </p:nvPr>
        </p:nvSpPr>
        <p:spPr>
          <a:xfrm>
            <a:off x="2514600" y="19069052"/>
            <a:ext cx="8229600" cy="1095375"/>
          </a:xfrm>
          <a:prstGeom prst="rect">
            <a:avLst/>
          </a:prstGeom>
          <a:noFill/>
          <a:ln>
            <a:noFill/>
          </a:ln>
        </p:spPr>
        <p:txBody>
          <a:bodyPr anchorCtr="0" anchor="ctr"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21" name="Google Shape;21;p3"/>
          <p:cNvSpPr txBox="1"/>
          <p:nvPr>
            <p:ph idx="11" type="ftr"/>
          </p:nvPr>
        </p:nvSpPr>
        <p:spPr>
          <a:xfrm>
            <a:off x="12115800" y="19069052"/>
            <a:ext cx="12344400" cy="1095375"/>
          </a:xfrm>
          <a:prstGeom prst="rect">
            <a:avLst/>
          </a:prstGeom>
          <a:noFill/>
          <a:ln>
            <a:noFill/>
          </a:ln>
        </p:spPr>
        <p:txBody>
          <a:bodyPr anchorCtr="0" anchor="ctr" bIns="45700" lIns="91425" spcFirstLastPara="1" rIns="91425" wrap="square" tIns="45700">
            <a:noAutofit/>
          </a:bodyPr>
          <a:lstStyle>
            <a:lvl1pPr lvl="0" marR="0" rtl="0" algn="ctr">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22" name="Google Shape;22;p3"/>
          <p:cNvSpPr txBox="1"/>
          <p:nvPr>
            <p:ph idx="12" type="sldNum"/>
          </p:nvPr>
        </p:nvSpPr>
        <p:spPr>
          <a:xfrm>
            <a:off x="25831800" y="19069052"/>
            <a:ext cx="8229600" cy="1095375"/>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1pPr>
            <a:lvl2pPr indent="0" lvl="1" marL="0" marR="0" rtl="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2pPr>
            <a:lvl3pPr indent="0" lvl="2" marL="0" marR="0" rtl="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3pPr>
            <a:lvl4pPr indent="0" lvl="3" marL="0" marR="0" rtl="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4pPr>
            <a:lvl5pPr indent="0" lvl="4" marL="0" marR="0" rtl="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5pPr>
            <a:lvl6pPr indent="0" lvl="5" marL="0" marR="0" rtl="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6pPr>
            <a:lvl7pPr indent="0" lvl="6" marL="0" marR="0" rtl="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7pPr>
            <a:lvl8pPr indent="0" lvl="7" marL="0" marR="0" rtl="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8pPr>
            <a:lvl9pPr indent="0" lvl="8" marL="0" marR="0" rtl="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IN"/>
              <a:t>‹#›</a:t>
            </a:fld>
            <a:endParaRPr/>
          </a:p>
        </p:txBody>
      </p:sp>
    </p:spTree>
  </p:cSld>
  <p:clrMapOvr>
    <a:masterClrMapping/>
  </p:clrMapOvr>
  <mc:AlternateContent>
    <mc:Choice Requires="p14">
      <p:transition spd="slow" p14:dur="900">
        <p:fade thruBlk="1"/>
      </p:transition>
    </mc:Choice>
    <mc:Fallback>
      <p:transition spd="slow">
        <p:fade/>
      </p:transition>
    </mc:Fallback>
  </mc:AlternateConten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3" name="Shape 23"/>
        <p:cNvGrpSpPr/>
        <p:nvPr/>
      </p:nvGrpSpPr>
      <p:grpSpPr>
        <a:xfrm>
          <a:off x="0" y="0"/>
          <a:ext cx="0" cy="0"/>
          <a:chOff x="0" y="0"/>
          <a:chExt cx="0" cy="0"/>
        </a:xfrm>
      </p:grpSpPr>
      <p:sp>
        <p:nvSpPr>
          <p:cNvPr id="24" name="Google Shape;24;p4"/>
          <p:cNvSpPr txBox="1"/>
          <p:nvPr>
            <p:ph type="title"/>
          </p:nvPr>
        </p:nvSpPr>
        <p:spPr>
          <a:xfrm>
            <a:off x="2514600" y="1095377"/>
            <a:ext cx="31546800" cy="3976689"/>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dk1"/>
              </a:buClr>
              <a:buSzPts val="1800"/>
              <a:buFont typeface="Arial"/>
              <a:buNone/>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25" name="Google Shape;25;p4"/>
          <p:cNvSpPr txBox="1"/>
          <p:nvPr>
            <p:ph idx="1" type="body"/>
          </p:nvPr>
        </p:nvSpPr>
        <p:spPr>
          <a:xfrm>
            <a:off x="2514600" y="5476875"/>
            <a:ext cx="31546800" cy="13054014"/>
          </a:xfrm>
          <a:prstGeom prst="rect">
            <a:avLst/>
          </a:prstGeom>
          <a:noFill/>
          <a:ln>
            <a:noFill/>
          </a:ln>
        </p:spPr>
        <p:txBody>
          <a:bodyPr anchorCtr="0" anchor="t" bIns="45700" lIns="91425" spcFirstLastPara="1" rIns="91425" wrap="square" tIns="45700">
            <a:normAutofit/>
          </a:bodyPr>
          <a:lstStyle>
            <a:lvl1pPr indent="-342900" lvl="0" marL="457200" marR="0" rtl="0" algn="l">
              <a:lnSpc>
                <a:spcPct val="90000"/>
              </a:lnSpc>
              <a:spcBef>
                <a:spcPts val="3000"/>
              </a:spcBef>
              <a:spcAft>
                <a:spcPts val="0"/>
              </a:spcAft>
              <a:buClr>
                <a:schemeClr val="dk1"/>
              </a:buClr>
              <a:buSzPts val="1800"/>
              <a:buFont typeface="Arial"/>
              <a:buChar char="•"/>
              <a:defRPr b="0" i="0" sz="1400" u="none" cap="none" strike="noStrike">
                <a:solidFill>
                  <a:srgbClr val="000000"/>
                </a:solidFill>
                <a:latin typeface="Arial"/>
                <a:ea typeface="Arial"/>
                <a:cs typeface="Arial"/>
                <a:sym typeface="Arial"/>
              </a:defRPr>
            </a:lvl1pPr>
            <a:lvl2pPr indent="-342900" lvl="1" marL="914400" marR="0" rtl="0" algn="l">
              <a:lnSpc>
                <a:spcPct val="90000"/>
              </a:lnSpc>
              <a:spcBef>
                <a:spcPts val="1500"/>
              </a:spcBef>
              <a:spcAft>
                <a:spcPts val="0"/>
              </a:spcAft>
              <a:buClr>
                <a:schemeClr val="dk1"/>
              </a:buClr>
              <a:buSzPts val="1800"/>
              <a:buFont typeface="Arial"/>
              <a:buChar char="•"/>
              <a:defRPr b="0" i="0" sz="1400" u="none" cap="none" strike="noStrike">
                <a:solidFill>
                  <a:srgbClr val="000000"/>
                </a:solidFill>
                <a:latin typeface="Arial"/>
                <a:ea typeface="Arial"/>
                <a:cs typeface="Arial"/>
                <a:sym typeface="Arial"/>
              </a:defRPr>
            </a:lvl2pPr>
            <a:lvl3pPr indent="-342900" lvl="2" marL="1371600" marR="0" rtl="0" algn="l">
              <a:lnSpc>
                <a:spcPct val="90000"/>
              </a:lnSpc>
              <a:spcBef>
                <a:spcPts val="1500"/>
              </a:spcBef>
              <a:spcAft>
                <a:spcPts val="0"/>
              </a:spcAft>
              <a:buClr>
                <a:schemeClr val="dk1"/>
              </a:buClr>
              <a:buSzPts val="1800"/>
              <a:buFont typeface="Arial"/>
              <a:buChar char="•"/>
              <a:defRPr b="0" i="0" sz="1400" u="none" cap="none" strike="noStrike">
                <a:solidFill>
                  <a:srgbClr val="000000"/>
                </a:solidFill>
                <a:latin typeface="Arial"/>
                <a:ea typeface="Arial"/>
                <a:cs typeface="Arial"/>
                <a:sym typeface="Arial"/>
              </a:defRPr>
            </a:lvl3pPr>
            <a:lvl4pPr indent="-342900" lvl="3" marL="1828800" marR="0" rtl="0" algn="l">
              <a:lnSpc>
                <a:spcPct val="90000"/>
              </a:lnSpc>
              <a:spcBef>
                <a:spcPts val="1500"/>
              </a:spcBef>
              <a:spcAft>
                <a:spcPts val="0"/>
              </a:spcAft>
              <a:buClr>
                <a:schemeClr val="dk1"/>
              </a:buClr>
              <a:buSzPts val="1800"/>
              <a:buFont typeface="Arial"/>
              <a:buChar char="•"/>
              <a:defRPr b="0" i="0" sz="1400" u="none" cap="none" strike="noStrike">
                <a:solidFill>
                  <a:srgbClr val="000000"/>
                </a:solidFill>
                <a:latin typeface="Arial"/>
                <a:ea typeface="Arial"/>
                <a:cs typeface="Arial"/>
                <a:sym typeface="Arial"/>
              </a:defRPr>
            </a:lvl4pPr>
            <a:lvl5pPr indent="-342900" lvl="4" marL="2286000" marR="0" rtl="0" algn="l">
              <a:lnSpc>
                <a:spcPct val="90000"/>
              </a:lnSpc>
              <a:spcBef>
                <a:spcPts val="1500"/>
              </a:spcBef>
              <a:spcAft>
                <a:spcPts val="0"/>
              </a:spcAft>
              <a:buClr>
                <a:schemeClr val="dk1"/>
              </a:buClr>
              <a:buSzPts val="1800"/>
              <a:buFont typeface="Arial"/>
              <a:buChar char="•"/>
              <a:defRPr b="0" i="0" sz="1400" u="none" cap="none" strike="noStrike">
                <a:solidFill>
                  <a:srgbClr val="000000"/>
                </a:solidFill>
                <a:latin typeface="Arial"/>
                <a:ea typeface="Arial"/>
                <a:cs typeface="Arial"/>
                <a:sym typeface="Arial"/>
              </a:defRPr>
            </a:lvl5pPr>
            <a:lvl6pPr indent="-342900" lvl="5" marL="2743200" marR="0" rtl="0" algn="l">
              <a:lnSpc>
                <a:spcPct val="90000"/>
              </a:lnSpc>
              <a:spcBef>
                <a:spcPts val="1500"/>
              </a:spcBef>
              <a:spcAft>
                <a:spcPts val="0"/>
              </a:spcAft>
              <a:buClr>
                <a:schemeClr val="dk1"/>
              </a:buClr>
              <a:buSzPts val="1800"/>
              <a:buFont typeface="Arial"/>
              <a:buChar char="•"/>
              <a:defRPr b="0" i="0" sz="1400" u="none" cap="none" strike="noStrike">
                <a:solidFill>
                  <a:srgbClr val="000000"/>
                </a:solidFill>
                <a:latin typeface="Arial"/>
                <a:ea typeface="Arial"/>
                <a:cs typeface="Arial"/>
                <a:sym typeface="Arial"/>
              </a:defRPr>
            </a:lvl6pPr>
            <a:lvl7pPr indent="-342900" lvl="6" marL="3200400" marR="0" rtl="0" algn="l">
              <a:lnSpc>
                <a:spcPct val="90000"/>
              </a:lnSpc>
              <a:spcBef>
                <a:spcPts val="1500"/>
              </a:spcBef>
              <a:spcAft>
                <a:spcPts val="0"/>
              </a:spcAft>
              <a:buClr>
                <a:schemeClr val="dk1"/>
              </a:buClr>
              <a:buSzPts val="1800"/>
              <a:buFont typeface="Arial"/>
              <a:buChar char="•"/>
              <a:defRPr b="0" i="0" sz="1400" u="none" cap="none" strike="noStrike">
                <a:solidFill>
                  <a:srgbClr val="000000"/>
                </a:solidFill>
                <a:latin typeface="Arial"/>
                <a:ea typeface="Arial"/>
                <a:cs typeface="Arial"/>
                <a:sym typeface="Arial"/>
              </a:defRPr>
            </a:lvl7pPr>
            <a:lvl8pPr indent="-342900" lvl="7" marL="3657600" marR="0" rtl="0" algn="l">
              <a:lnSpc>
                <a:spcPct val="90000"/>
              </a:lnSpc>
              <a:spcBef>
                <a:spcPts val="1500"/>
              </a:spcBef>
              <a:spcAft>
                <a:spcPts val="0"/>
              </a:spcAft>
              <a:buClr>
                <a:schemeClr val="dk1"/>
              </a:buClr>
              <a:buSzPts val="1800"/>
              <a:buFont typeface="Arial"/>
              <a:buChar char="•"/>
              <a:defRPr b="0" i="0" sz="1400" u="none" cap="none" strike="noStrike">
                <a:solidFill>
                  <a:srgbClr val="000000"/>
                </a:solidFill>
                <a:latin typeface="Arial"/>
                <a:ea typeface="Arial"/>
                <a:cs typeface="Arial"/>
                <a:sym typeface="Arial"/>
              </a:defRPr>
            </a:lvl8pPr>
            <a:lvl9pPr indent="-342900" lvl="8" marL="4114800" marR="0" rtl="0" algn="l">
              <a:lnSpc>
                <a:spcPct val="90000"/>
              </a:lnSpc>
              <a:spcBef>
                <a:spcPts val="1500"/>
              </a:spcBef>
              <a:spcAft>
                <a:spcPts val="0"/>
              </a:spcAft>
              <a:buClr>
                <a:schemeClr val="dk1"/>
              </a:buClr>
              <a:buSzPts val="1800"/>
              <a:buFont typeface="Arial"/>
              <a:buChar char="•"/>
              <a:defRPr b="0" i="0" sz="1400" u="none" cap="none" strike="noStrike">
                <a:solidFill>
                  <a:srgbClr val="000000"/>
                </a:solidFill>
                <a:latin typeface="Arial"/>
                <a:ea typeface="Arial"/>
                <a:cs typeface="Arial"/>
                <a:sym typeface="Arial"/>
              </a:defRPr>
            </a:lvl9pPr>
          </a:lstStyle>
          <a:p/>
        </p:txBody>
      </p:sp>
      <p:sp>
        <p:nvSpPr>
          <p:cNvPr id="26" name="Google Shape;26;p4"/>
          <p:cNvSpPr txBox="1"/>
          <p:nvPr>
            <p:ph idx="10" type="dt"/>
          </p:nvPr>
        </p:nvSpPr>
        <p:spPr>
          <a:xfrm>
            <a:off x="2514600" y="19069052"/>
            <a:ext cx="8229600" cy="1095375"/>
          </a:xfrm>
          <a:prstGeom prst="rect">
            <a:avLst/>
          </a:prstGeom>
          <a:noFill/>
          <a:ln>
            <a:noFill/>
          </a:ln>
        </p:spPr>
        <p:txBody>
          <a:bodyPr anchorCtr="0" anchor="ctr"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27" name="Google Shape;27;p4"/>
          <p:cNvSpPr txBox="1"/>
          <p:nvPr>
            <p:ph idx="11" type="ftr"/>
          </p:nvPr>
        </p:nvSpPr>
        <p:spPr>
          <a:xfrm>
            <a:off x="12115800" y="19069052"/>
            <a:ext cx="12344400" cy="1095375"/>
          </a:xfrm>
          <a:prstGeom prst="rect">
            <a:avLst/>
          </a:prstGeom>
          <a:noFill/>
          <a:ln>
            <a:noFill/>
          </a:ln>
        </p:spPr>
        <p:txBody>
          <a:bodyPr anchorCtr="0" anchor="ctr" bIns="45700" lIns="91425" spcFirstLastPara="1" rIns="91425" wrap="square" tIns="45700">
            <a:noAutofit/>
          </a:bodyPr>
          <a:lstStyle>
            <a:lvl1pPr lvl="0" marR="0" rtl="0" algn="ctr">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28" name="Google Shape;28;p4"/>
          <p:cNvSpPr txBox="1"/>
          <p:nvPr>
            <p:ph idx="12" type="sldNum"/>
          </p:nvPr>
        </p:nvSpPr>
        <p:spPr>
          <a:xfrm>
            <a:off x="25831800" y="19069052"/>
            <a:ext cx="8229600" cy="1095375"/>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1pPr>
            <a:lvl2pPr indent="0" lvl="1" marL="0" marR="0" rtl="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2pPr>
            <a:lvl3pPr indent="0" lvl="2" marL="0" marR="0" rtl="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3pPr>
            <a:lvl4pPr indent="0" lvl="3" marL="0" marR="0" rtl="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4pPr>
            <a:lvl5pPr indent="0" lvl="4" marL="0" marR="0" rtl="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5pPr>
            <a:lvl6pPr indent="0" lvl="5" marL="0" marR="0" rtl="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6pPr>
            <a:lvl7pPr indent="0" lvl="6" marL="0" marR="0" rtl="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7pPr>
            <a:lvl8pPr indent="0" lvl="7" marL="0" marR="0" rtl="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8pPr>
            <a:lvl9pPr indent="0" lvl="8" marL="0" marR="0" rtl="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IN"/>
              <a:t>‹#›</a:t>
            </a:fld>
            <a:endParaRPr/>
          </a:p>
        </p:txBody>
      </p:sp>
    </p:spTree>
  </p:cSld>
  <p:clrMapOvr>
    <a:masterClrMapping/>
  </p:clrMapOvr>
  <mc:AlternateContent>
    <mc:Choice Requires="p14">
      <p:transition spd="slow" p14:dur="900">
        <p:fade thruBlk="1"/>
      </p:transition>
    </mc:Choice>
    <mc:Fallback>
      <p:transition spd="slow">
        <p:fade/>
      </p:transition>
    </mc:Fallback>
  </mc:AlternateContent>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29" name="Shape 29"/>
        <p:cNvGrpSpPr/>
        <p:nvPr/>
      </p:nvGrpSpPr>
      <p:grpSpPr>
        <a:xfrm>
          <a:off x="0" y="0"/>
          <a:ext cx="0" cy="0"/>
          <a:chOff x="0" y="0"/>
          <a:chExt cx="0" cy="0"/>
        </a:xfrm>
      </p:grpSpPr>
      <p:sp>
        <p:nvSpPr>
          <p:cNvPr id="30" name="Google Shape;30;p5"/>
          <p:cNvSpPr txBox="1"/>
          <p:nvPr>
            <p:ph type="title"/>
          </p:nvPr>
        </p:nvSpPr>
        <p:spPr>
          <a:xfrm>
            <a:off x="2495550" y="5129216"/>
            <a:ext cx="31546800" cy="8558211"/>
          </a:xfrm>
          <a:prstGeom prst="rect">
            <a:avLst/>
          </a:prstGeom>
          <a:noFill/>
          <a:ln>
            <a:noFill/>
          </a:ln>
        </p:spPr>
        <p:txBody>
          <a:bodyPr anchorCtr="0" anchor="b" bIns="45700" lIns="91425" spcFirstLastPara="1" rIns="91425" wrap="square" tIns="45700">
            <a:normAutofit/>
          </a:bodyPr>
          <a:lstStyle>
            <a:lvl1pPr lvl="0" marR="0" rtl="0" algn="l">
              <a:lnSpc>
                <a:spcPct val="90000"/>
              </a:lnSpc>
              <a:spcBef>
                <a:spcPts val="0"/>
              </a:spcBef>
              <a:spcAft>
                <a:spcPts val="0"/>
              </a:spcAft>
              <a:buClr>
                <a:schemeClr val="dk1"/>
              </a:buClr>
              <a:buSzPts val="18000"/>
              <a:buFont typeface="Play"/>
              <a:buNone/>
              <a:defRPr b="0" i="0" sz="180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31" name="Google Shape;31;p5"/>
          <p:cNvSpPr txBox="1"/>
          <p:nvPr>
            <p:ph idx="1" type="body"/>
          </p:nvPr>
        </p:nvSpPr>
        <p:spPr>
          <a:xfrm>
            <a:off x="2495550" y="13768391"/>
            <a:ext cx="31546800" cy="4500561"/>
          </a:xfrm>
          <a:prstGeom prst="rect">
            <a:avLst/>
          </a:prstGeom>
          <a:noFill/>
          <a:ln>
            <a:noFill/>
          </a:ln>
        </p:spPr>
        <p:txBody>
          <a:bodyPr anchorCtr="0" anchor="t" bIns="45700" lIns="91425" spcFirstLastPara="1" rIns="91425" wrap="square" tIns="45700">
            <a:normAutofit/>
          </a:bodyPr>
          <a:lstStyle>
            <a:lvl1pPr indent="-228600" lvl="0" marL="457200" marR="0" rtl="0" algn="l">
              <a:lnSpc>
                <a:spcPct val="90000"/>
              </a:lnSpc>
              <a:spcBef>
                <a:spcPts val="3000"/>
              </a:spcBef>
              <a:spcAft>
                <a:spcPts val="0"/>
              </a:spcAft>
              <a:buClr>
                <a:srgbClr val="757575"/>
              </a:buClr>
              <a:buSzPts val="7200"/>
              <a:buFont typeface="Arial"/>
              <a:buNone/>
              <a:defRPr b="0" i="0" sz="7200" u="none" cap="none" strike="noStrike">
                <a:solidFill>
                  <a:srgbClr val="757575"/>
                </a:solidFill>
                <a:latin typeface="Arial"/>
                <a:ea typeface="Arial"/>
                <a:cs typeface="Arial"/>
                <a:sym typeface="Arial"/>
              </a:defRPr>
            </a:lvl1pPr>
            <a:lvl2pPr indent="-228600" lvl="1" marL="914400" marR="0" rtl="0" algn="l">
              <a:lnSpc>
                <a:spcPct val="90000"/>
              </a:lnSpc>
              <a:spcBef>
                <a:spcPts val="1500"/>
              </a:spcBef>
              <a:spcAft>
                <a:spcPts val="0"/>
              </a:spcAft>
              <a:buClr>
                <a:srgbClr val="757575"/>
              </a:buClr>
              <a:buSzPts val="6000"/>
              <a:buFont typeface="Arial"/>
              <a:buNone/>
              <a:defRPr b="0" i="0" sz="6000" u="none" cap="none" strike="noStrike">
                <a:solidFill>
                  <a:srgbClr val="757575"/>
                </a:solidFill>
                <a:latin typeface="Arial"/>
                <a:ea typeface="Arial"/>
                <a:cs typeface="Arial"/>
                <a:sym typeface="Arial"/>
              </a:defRPr>
            </a:lvl2pPr>
            <a:lvl3pPr indent="-228600" lvl="2" marL="1371600" marR="0" rtl="0" algn="l">
              <a:lnSpc>
                <a:spcPct val="90000"/>
              </a:lnSpc>
              <a:spcBef>
                <a:spcPts val="1500"/>
              </a:spcBef>
              <a:spcAft>
                <a:spcPts val="0"/>
              </a:spcAft>
              <a:buClr>
                <a:srgbClr val="757575"/>
              </a:buClr>
              <a:buSzPts val="5400"/>
              <a:buFont typeface="Arial"/>
              <a:buNone/>
              <a:defRPr b="0" i="0" sz="5400" u="none" cap="none" strike="noStrike">
                <a:solidFill>
                  <a:srgbClr val="757575"/>
                </a:solidFill>
                <a:latin typeface="Arial"/>
                <a:ea typeface="Arial"/>
                <a:cs typeface="Arial"/>
                <a:sym typeface="Arial"/>
              </a:defRPr>
            </a:lvl3pPr>
            <a:lvl4pPr indent="-228600" lvl="3" marL="1828800" marR="0" rtl="0" algn="l">
              <a:lnSpc>
                <a:spcPct val="90000"/>
              </a:lnSpc>
              <a:spcBef>
                <a:spcPts val="1500"/>
              </a:spcBef>
              <a:spcAft>
                <a:spcPts val="0"/>
              </a:spcAft>
              <a:buClr>
                <a:srgbClr val="757575"/>
              </a:buClr>
              <a:buSzPts val="4800"/>
              <a:buFont typeface="Arial"/>
              <a:buNone/>
              <a:defRPr b="0" i="0" sz="4800" u="none" cap="none" strike="noStrike">
                <a:solidFill>
                  <a:srgbClr val="757575"/>
                </a:solidFill>
                <a:latin typeface="Arial"/>
                <a:ea typeface="Arial"/>
                <a:cs typeface="Arial"/>
                <a:sym typeface="Arial"/>
              </a:defRPr>
            </a:lvl4pPr>
            <a:lvl5pPr indent="-228600" lvl="4" marL="2286000" marR="0" rtl="0" algn="l">
              <a:lnSpc>
                <a:spcPct val="90000"/>
              </a:lnSpc>
              <a:spcBef>
                <a:spcPts val="1500"/>
              </a:spcBef>
              <a:spcAft>
                <a:spcPts val="0"/>
              </a:spcAft>
              <a:buClr>
                <a:srgbClr val="757575"/>
              </a:buClr>
              <a:buSzPts val="4800"/>
              <a:buFont typeface="Arial"/>
              <a:buNone/>
              <a:defRPr b="0" i="0" sz="4800" u="none" cap="none" strike="noStrike">
                <a:solidFill>
                  <a:srgbClr val="757575"/>
                </a:solidFill>
                <a:latin typeface="Arial"/>
                <a:ea typeface="Arial"/>
                <a:cs typeface="Arial"/>
                <a:sym typeface="Arial"/>
              </a:defRPr>
            </a:lvl5pPr>
            <a:lvl6pPr indent="-228600" lvl="5" marL="2743200" marR="0" rtl="0" algn="l">
              <a:lnSpc>
                <a:spcPct val="90000"/>
              </a:lnSpc>
              <a:spcBef>
                <a:spcPts val="1500"/>
              </a:spcBef>
              <a:spcAft>
                <a:spcPts val="0"/>
              </a:spcAft>
              <a:buClr>
                <a:srgbClr val="757575"/>
              </a:buClr>
              <a:buSzPts val="4800"/>
              <a:buFont typeface="Arial"/>
              <a:buNone/>
              <a:defRPr b="0" i="0" sz="4800" u="none" cap="none" strike="noStrike">
                <a:solidFill>
                  <a:srgbClr val="757575"/>
                </a:solidFill>
                <a:latin typeface="Arial"/>
                <a:ea typeface="Arial"/>
                <a:cs typeface="Arial"/>
                <a:sym typeface="Arial"/>
              </a:defRPr>
            </a:lvl6pPr>
            <a:lvl7pPr indent="-228600" lvl="6" marL="3200400" marR="0" rtl="0" algn="l">
              <a:lnSpc>
                <a:spcPct val="90000"/>
              </a:lnSpc>
              <a:spcBef>
                <a:spcPts val="1500"/>
              </a:spcBef>
              <a:spcAft>
                <a:spcPts val="0"/>
              </a:spcAft>
              <a:buClr>
                <a:srgbClr val="757575"/>
              </a:buClr>
              <a:buSzPts val="4800"/>
              <a:buFont typeface="Arial"/>
              <a:buNone/>
              <a:defRPr b="0" i="0" sz="4800" u="none" cap="none" strike="noStrike">
                <a:solidFill>
                  <a:srgbClr val="757575"/>
                </a:solidFill>
                <a:latin typeface="Arial"/>
                <a:ea typeface="Arial"/>
                <a:cs typeface="Arial"/>
                <a:sym typeface="Arial"/>
              </a:defRPr>
            </a:lvl7pPr>
            <a:lvl8pPr indent="-228600" lvl="7" marL="3657600" marR="0" rtl="0" algn="l">
              <a:lnSpc>
                <a:spcPct val="90000"/>
              </a:lnSpc>
              <a:spcBef>
                <a:spcPts val="1500"/>
              </a:spcBef>
              <a:spcAft>
                <a:spcPts val="0"/>
              </a:spcAft>
              <a:buClr>
                <a:srgbClr val="757575"/>
              </a:buClr>
              <a:buSzPts val="4800"/>
              <a:buFont typeface="Arial"/>
              <a:buNone/>
              <a:defRPr b="0" i="0" sz="4800" u="none" cap="none" strike="noStrike">
                <a:solidFill>
                  <a:srgbClr val="757575"/>
                </a:solidFill>
                <a:latin typeface="Arial"/>
                <a:ea typeface="Arial"/>
                <a:cs typeface="Arial"/>
                <a:sym typeface="Arial"/>
              </a:defRPr>
            </a:lvl8pPr>
            <a:lvl9pPr indent="-228600" lvl="8" marL="4114800" marR="0" rtl="0" algn="l">
              <a:lnSpc>
                <a:spcPct val="90000"/>
              </a:lnSpc>
              <a:spcBef>
                <a:spcPts val="1500"/>
              </a:spcBef>
              <a:spcAft>
                <a:spcPts val="0"/>
              </a:spcAft>
              <a:buClr>
                <a:srgbClr val="757575"/>
              </a:buClr>
              <a:buSzPts val="4800"/>
              <a:buFont typeface="Arial"/>
              <a:buNone/>
              <a:defRPr b="0" i="0" sz="4800" u="none" cap="none" strike="noStrike">
                <a:solidFill>
                  <a:srgbClr val="757575"/>
                </a:solidFill>
                <a:latin typeface="Arial"/>
                <a:ea typeface="Arial"/>
                <a:cs typeface="Arial"/>
                <a:sym typeface="Arial"/>
              </a:defRPr>
            </a:lvl9pPr>
          </a:lstStyle>
          <a:p/>
        </p:txBody>
      </p:sp>
      <p:sp>
        <p:nvSpPr>
          <p:cNvPr id="32" name="Google Shape;32;p5"/>
          <p:cNvSpPr txBox="1"/>
          <p:nvPr>
            <p:ph idx="10" type="dt"/>
          </p:nvPr>
        </p:nvSpPr>
        <p:spPr>
          <a:xfrm>
            <a:off x="2514600" y="19069052"/>
            <a:ext cx="8229600" cy="1095375"/>
          </a:xfrm>
          <a:prstGeom prst="rect">
            <a:avLst/>
          </a:prstGeom>
          <a:noFill/>
          <a:ln>
            <a:noFill/>
          </a:ln>
        </p:spPr>
        <p:txBody>
          <a:bodyPr anchorCtr="0" anchor="ctr"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33" name="Google Shape;33;p5"/>
          <p:cNvSpPr txBox="1"/>
          <p:nvPr>
            <p:ph idx="11" type="ftr"/>
          </p:nvPr>
        </p:nvSpPr>
        <p:spPr>
          <a:xfrm>
            <a:off x="12115800" y="19069052"/>
            <a:ext cx="12344400" cy="1095375"/>
          </a:xfrm>
          <a:prstGeom prst="rect">
            <a:avLst/>
          </a:prstGeom>
          <a:noFill/>
          <a:ln>
            <a:noFill/>
          </a:ln>
        </p:spPr>
        <p:txBody>
          <a:bodyPr anchorCtr="0" anchor="ctr" bIns="45700" lIns="91425" spcFirstLastPara="1" rIns="91425" wrap="square" tIns="45700">
            <a:noAutofit/>
          </a:bodyPr>
          <a:lstStyle>
            <a:lvl1pPr lvl="0" marR="0" rtl="0" algn="ctr">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34" name="Google Shape;34;p5"/>
          <p:cNvSpPr txBox="1"/>
          <p:nvPr>
            <p:ph idx="12" type="sldNum"/>
          </p:nvPr>
        </p:nvSpPr>
        <p:spPr>
          <a:xfrm>
            <a:off x="25831800" y="19069052"/>
            <a:ext cx="8229600" cy="1095375"/>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1pPr>
            <a:lvl2pPr indent="0" lvl="1" marL="0" marR="0" rtl="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2pPr>
            <a:lvl3pPr indent="0" lvl="2" marL="0" marR="0" rtl="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3pPr>
            <a:lvl4pPr indent="0" lvl="3" marL="0" marR="0" rtl="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4pPr>
            <a:lvl5pPr indent="0" lvl="4" marL="0" marR="0" rtl="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5pPr>
            <a:lvl6pPr indent="0" lvl="5" marL="0" marR="0" rtl="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6pPr>
            <a:lvl7pPr indent="0" lvl="6" marL="0" marR="0" rtl="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7pPr>
            <a:lvl8pPr indent="0" lvl="7" marL="0" marR="0" rtl="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8pPr>
            <a:lvl9pPr indent="0" lvl="8" marL="0" marR="0" rtl="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IN"/>
              <a:t>‹#›</a:t>
            </a:fld>
            <a:endParaRPr/>
          </a:p>
        </p:txBody>
      </p:sp>
    </p:spTree>
  </p:cSld>
  <p:clrMapOvr>
    <a:masterClrMapping/>
  </p:clrMapOvr>
  <mc:AlternateContent>
    <mc:Choice Requires="p14">
      <p:transition spd="slow" p14:dur="900">
        <p:fade thruBlk="1"/>
      </p:transition>
    </mc:Choice>
    <mc:Fallback>
      <p:transition spd="slow">
        <p:fade/>
      </p:transition>
    </mc:Fallback>
  </mc:AlternateContent>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5" name="Shape 35"/>
        <p:cNvGrpSpPr/>
        <p:nvPr/>
      </p:nvGrpSpPr>
      <p:grpSpPr>
        <a:xfrm>
          <a:off x="0" y="0"/>
          <a:ext cx="0" cy="0"/>
          <a:chOff x="0" y="0"/>
          <a:chExt cx="0" cy="0"/>
        </a:xfrm>
      </p:grpSpPr>
      <p:sp>
        <p:nvSpPr>
          <p:cNvPr id="36" name="Google Shape;36;p6"/>
          <p:cNvSpPr txBox="1"/>
          <p:nvPr>
            <p:ph type="title"/>
          </p:nvPr>
        </p:nvSpPr>
        <p:spPr>
          <a:xfrm>
            <a:off x="2514600" y="1095377"/>
            <a:ext cx="31546800" cy="3976689"/>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dk1"/>
              </a:buClr>
              <a:buSzPts val="1800"/>
              <a:buFont typeface="Arial"/>
              <a:buNone/>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37" name="Google Shape;37;p6"/>
          <p:cNvSpPr txBox="1"/>
          <p:nvPr>
            <p:ph idx="1" type="body"/>
          </p:nvPr>
        </p:nvSpPr>
        <p:spPr>
          <a:xfrm>
            <a:off x="2514600" y="5476875"/>
            <a:ext cx="15544800" cy="13054014"/>
          </a:xfrm>
          <a:prstGeom prst="rect">
            <a:avLst/>
          </a:prstGeom>
          <a:noFill/>
          <a:ln>
            <a:noFill/>
          </a:ln>
        </p:spPr>
        <p:txBody>
          <a:bodyPr anchorCtr="0" anchor="t" bIns="45700" lIns="91425" spcFirstLastPara="1" rIns="91425" wrap="square" tIns="45700">
            <a:normAutofit/>
          </a:bodyPr>
          <a:lstStyle>
            <a:lvl1pPr indent="-342900" lvl="0" marL="457200" marR="0" rtl="0" algn="l">
              <a:lnSpc>
                <a:spcPct val="90000"/>
              </a:lnSpc>
              <a:spcBef>
                <a:spcPts val="3000"/>
              </a:spcBef>
              <a:spcAft>
                <a:spcPts val="0"/>
              </a:spcAft>
              <a:buClr>
                <a:schemeClr val="dk1"/>
              </a:buClr>
              <a:buSzPts val="1800"/>
              <a:buFont typeface="Arial"/>
              <a:buChar char="•"/>
              <a:defRPr b="0" i="0" sz="1400" u="none" cap="none" strike="noStrike">
                <a:solidFill>
                  <a:srgbClr val="000000"/>
                </a:solidFill>
                <a:latin typeface="Arial"/>
                <a:ea typeface="Arial"/>
                <a:cs typeface="Arial"/>
                <a:sym typeface="Arial"/>
              </a:defRPr>
            </a:lvl1pPr>
            <a:lvl2pPr indent="-342900" lvl="1" marL="914400" marR="0" rtl="0" algn="l">
              <a:lnSpc>
                <a:spcPct val="90000"/>
              </a:lnSpc>
              <a:spcBef>
                <a:spcPts val="1500"/>
              </a:spcBef>
              <a:spcAft>
                <a:spcPts val="0"/>
              </a:spcAft>
              <a:buClr>
                <a:schemeClr val="dk1"/>
              </a:buClr>
              <a:buSzPts val="1800"/>
              <a:buFont typeface="Arial"/>
              <a:buChar char="•"/>
              <a:defRPr b="0" i="0" sz="1400" u="none" cap="none" strike="noStrike">
                <a:solidFill>
                  <a:srgbClr val="000000"/>
                </a:solidFill>
                <a:latin typeface="Arial"/>
                <a:ea typeface="Arial"/>
                <a:cs typeface="Arial"/>
                <a:sym typeface="Arial"/>
              </a:defRPr>
            </a:lvl2pPr>
            <a:lvl3pPr indent="-342900" lvl="2" marL="1371600" marR="0" rtl="0" algn="l">
              <a:lnSpc>
                <a:spcPct val="90000"/>
              </a:lnSpc>
              <a:spcBef>
                <a:spcPts val="1500"/>
              </a:spcBef>
              <a:spcAft>
                <a:spcPts val="0"/>
              </a:spcAft>
              <a:buClr>
                <a:schemeClr val="dk1"/>
              </a:buClr>
              <a:buSzPts val="1800"/>
              <a:buFont typeface="Arial"/>
              <a:buChar char="•"/>
              <a:defRPr b="0" i="0" sz="1400" u="none" cap="none" strike="noStrike">
                <a:solidFill>
                  <a:srgbClr val="000000"/>
                </a:solidFill>
                <a:latin typeface="Arial"/>
                <a:ea typeface="Arial"/>
                <a:cs typeface="Arial"/>
                <a:sym typeface="Arial"/>
              </a:defRPr>
            </a:lvl3pPr>
            <a:lvl4pPr indent="-342900" lvl="3" marL="1828800" marR="0" rtl="0" algn="l">
              <a:lnSpc>
                <a:spcPct val="90000"/>
              </a:lnSpc>
              <a:spcBef>
                <a:spcPts val="1500"/>
              </a:spcBef>
              <a:spcAft>
                <a:spcPts val="0"/>
              </a:spcAft>
              <a:buClr>
                <a:schemeClr val="dk1"/>
              </a:buClr>
              <a:buSzPts val="1800"/>
              <a:buFont typeface="Arial"/>
              <a:buChar char="•"/>
              <a:defRPr b="0" i="0" sz="1400" u="none" cap="none" strike="noStrike">
                <a:solidFill>
                  <a:srgbClr val="000000"/>
                </a:solidFill>
                <a:latin typeface="Arial"/>
                <a:ea typeface="Arial"/>
                <a:cs typeface="Arial"/>
                <a:sym typeface="Arial"/>
              </a:defRPr>
            </a:lvl4pPr>
            <a:lvl5pPr indent="-342900" lvl="4" marL="2286000" marR="0" rtl="0" algn="l">
              <a:lnSpc>
                <a:spcPct val="90000"/>
              </a:lnSpc>
              <a:spcBef>
                <a:spcPts val="1500"/>
              </a:spcBef>
              <a:spcAft>
                <a:spcPts val="0"/>
              </a:spcAft>
              <a:buClr>
                <a:schemeClr val="dk1"/>
              </a:buClr>
              <a:buSzPts val="1800"/>
              <a:buFont typeface="Arial"/>
              <a:buChar char="•"/>
              <a:defRPr b="0" i="0" sz="1400" u="none" cap="none" strike="noStrike">
                <a:solidFill>
                  <a:srgbClr val="000000"/>
                </a:solidFill>
                <a:latin typeface="Arial"/>
                <a:ea typeface="Arial"/>
                <a:cs typeface="Arial"/>
                <a:sym typeface="Arial"/>
              </a:defRPr>
            </a:lvl5pPr>
            <a:lvl6pPr indent="-342900" lvl="5" marL="2743200" marR="0" rtl="0" algn="l">
              <a:lnSpc>
                <a:spcPct val="90000"/>
              </a:lnSpc>
              <a:spcBef>
                <a:spcPts val="1500"/>
              </a:spcBef>
              <a:spcAft>
                <a:spcPts val="0"/>
              </a:spcAft>
              <a:buClr>
                <a:schemeClr val="dk1"/>
              </a:buClr>
              <a:buSzPts val="1800"/>
              <a:buFont typeface="Arial"/>
              <a:buChar char="•"/>
              <a:defRPr b="0" i="0" sz="1400" u="none" cap="none" strike="noStrike">
                <a:solidFill>
                  <a:srgbClr val="000000"/>
                </a:solidFill>
                <a:latin typeface="Arial"/>
                <a:ea typeface="Arial"/>
                <a:cs typeface="Arial"/>
                <a:sym typeface="Arial"/>
              </a:defRPr>
            </a:lvl6pPr>
            <a:lvl7pPr indent="-342900" lvl="6" marL="3200400" marR="0" rtl="0" algn="l">
              <a:lnSpc>
                <a:spcPct val="90000"/>
              </a:lnSpc>
              <a:spcBef>
                <a:spcPts val="1500"/>
              </a:spcBef>
              <a:spcAft>
                <a:spcPts val="0"/>
              </a:spcAft>
              <a:buClr>
                <a:schemeClr val="dk1"/>
              </a:buClr>
              <a:buSzPts val="1800"/>
              <a:buFont typeface="Arial"/>
              <a:buChar char="•"/>
              <a:defRPr b="0" i="0" sz="1400" u="none" cap="none" strike="noStrike">
                <a:solidFill>
                  <a:srgbClr val="000000"/>
                </a:solidFill>
                <a:latin typeface="Arial"/>
                <a:ea typeface="Arial"/>
                <a:cs typeface="Arial"/>
                <a:sym typeface="Arial"/>
              </a:defRPr>
            </a:lvl7pPr>
            <a:lvl8pPr indent="-342900" lvl="7" marL="3657600" marR="0" rtl="0" algn="l">
              <a:lnSpc>
                <a:spcPct val="90000"/>
              </a:lnSpc>
              <a:spcBef>
                <a:spcPts val="1500"/>
              </a:spcBef>
              <a:spcAft>
                <a:spcPts val="0"/>
              </a:spcAft>
              <a:buClr>
                <a:schemeClr val="dk1"/>
              </a:buClr>
              <a:buSzPts val="1800"/>
              <a:buFont typeface="Arial"/>
              <a:buChar char="•"/>
              <a:defRPr b="0" i="0" sz="1400" u="none" cap="none" strike="noStrike">
                <a:solidFill>
                  <a:srgbClr val="000000"/>
                </a:solidFill>
                <a:latin typeface="Arial"/>
                <a:ea typeface="Arial"/>
                <a:cs typeface="Arial"/>
                <a:sym typeface="Arial"/>
              </a:defRPr>
            </a:lvl8pPr>
            <a:lvl9pPr indent="-342900" lvl="8" marL="4114800" marR="0" rtl="0" algn="l">
              <a:lnSpc>
                <a:spcPct val="90000"/>
              </a:lnSpc>
              <a:spcBef>
                <a:spcPts val="1500"/>
              </a:spcBef>
              <a:spcAft>
                <a:spcPts val="0"/>
              </a:spcAft>
              <a:buClr>
                <a:schemeClr val="dk1"/>
              </a:buClr>
              <a:buSzPts val="1800"/>
              <a:buFont typeface="Arial"/>
              <a:buChar char="•"/>
              <a:defRPr b="0" i="0" sz="1400" u="none" cap="none" strike="noStrike">
                <a:solidFill>
                  <a:srgbClr val="000000"/>
                </a:solidFill>
                <a:latin typeface="Arial"/>
                <a:ea typeface="Arial"/>
                <a:cs typeface="Arial"/>
                <a:sym typeface="Arial"/>
              </a:defRPr>
            </a:lvl9pPr>
          </a:lstStyle>
          <a:p/>
        </p:txBody>
      </p:sp>
      <p:sp>
        <p:nvSpPr>
          <p:cNvPr id="38" name="Google Shape;38;p6"/>
          <p:cNvSpPr txBox="1"/>
          <p:nvPr>
            <p:ph idx="2" type="body"/>
          </p:nvPr>
        </p:nvSpPr>
        <p:spPr>
          <a:xfrm>
            <a:off x="18516600" y="5476875"/>
            <a:ext cx="15544800" cy="13054014"/>
          </a:xfrm>
          <a:prstGeom prst="rect">
            <a:avLst/>
          </a:prstGeom>
          <a:noFill/>
          <a:ln>
            <a:noFill/>
          </a:ln>
        </p:spPr>
        <p:txBody>
          <a:bodyPr anchorCtr="0" anchor="t" bIns="45700" lIns="91425" spcFirstLastPara="1" rIns="91425" wrap="square" tIns="45700">
            <a:normAutofit/>
          </a:bodyPr>
          <a:lstStyle>
            <a:lvl1pPr indent="-342900" lvl="0" marL="457200" marR="0" rtl="0" algn="l">
              <a:lnSpc>
                <a:spcPct val="90000"/>
              </a:lnSpc>
              <a:spcBef>
                <a:spcPts val="3000"/>
              </a:spcBef>
              <a:spcAft>
                <a:spcPts val="0"/>
              </a:spcAft>
              <a:buClr>
                <a:schemeClr val="dk1"/>
              </a:buClr>
              <a:buSzPts val="1800"/>
              <a:buFont typeface="Arial"/>
              <a:buChar char="•"/>
              <a:defRPr b="0" i="0" sz="1400" u="none" cap="none" strike="noStrike">
                <a:solidFill>
                  <a:srgbClr val="000000"/>
                </a:solidFill>
                <a:latin typeface="Arial"/>
                <a:ea typeface="Arial"/>
                <a:cs typeface="Arial"/>
                <a:sym typeface="Arial"/>
              </a:defRPr>
            </a:lvl1pPr>
            <a:lvl2pPr indent="-342900" lvl="1" marL="914400" marR="0" rtl="0" algn="l">
              <a:lnSpc>
                <a:spcPct val="90000"/>
              </a:lnSpc>
              <a:spcBef>
                <a:spcPts val="1500"/>
              </a:spcBef>
              <a:spcAft>
                <a:spcPts val="0"/>
              </a:spcAft>
              <a:buClr>
                <a:schemeClr val="dk1"/>
              </a:buClr>
              <a:buSzPts val="1800"/>
              <a:buFont typeface="Arial"/>
              <a:buChar char="•"/>
              <a:defRPr b="0" i="0" sz="1400" u="none" cap="none" strike="noStrike">
                <a:solidFill>
                  <a:srgbClr val="000000"/>
                </a:solidFill>
                <a:latin typeface="Arial"/>
                <a:ea typeface="Arial"/>
                <a:cs typeface="Arial"/>
                <a:sym typeface="Arial"/>
              </a:defRPr>
            </a:lvl2pPr>
            <a:lvl3pPr indent="-342900" lvl="2" marL="1371600" marR="0" rtl="0" algn="l">
              <a:lnSpc>
                <a:spcPct val="90000"/>
              </a:lnSpc>
              <a:spcBef>
                <a:spcPts val="1500"/>
              </a:spcBef>
              <a:spcAft>
                <a:spcPts val="0"/>
              </a:spcAft>
              <a:buClr>
                <a:schemeClr val="dk1"/>
              </a:buClr>
              <a:buSzPts val="1800"/>
              <a:buFont typeface="Arial"/>
              <a:buChar char="•"/>
              <a:defRPr b="0" i="0" sz="1400" u="none" cap="none" strike="noStrike">
                <a:solidFill>
                  <a:srgbClr val="000000"/>
                </a:solidFill>
                <a:latin typeface="Arial"/>
                <a:ea typeface="Arial"/>
                <a:cs typeface="Arial"/>
                <a:sym typeface="Arial"/>
              </a:defRPr>
            </a:lvl3pPr>
            <a:lvl4pPr indent="-342900" lvl="3" marL="1828800" marR="0" rtl="0" algn="l">
              <a:lnSpc>
                <a:spcPct val="90000"/>
              </a:lnSpc>
              <a:spcBef>
                <a:spcPts val="1500"/>
              </a:spcBef>
              <a:spcAft>
                <a:spcPts val="0"/>
              </a:spcAft>
              <a:buClr>
                <a:schemeClr val="dk1"/>
              </a:buClr>
              <a:buSzPts val="1800"/>
              <a:buFont typeface="Arial"/>
              <a:buChar char="•"/>
              <a:defRPr b="0" i="0" sz="1400" u="none" cap="none" strike="noStrike">
                <a:solidFill>
                  <a:srgbClr val="000000"/>
                </a:solidFill>
                <a:latin typeface="Arial"/>
                <a:ea typeface="Arial"/>
                <a:cs typeface="Arial"/>
                <a:sym typeface="Arial"/>
              </a:defRPr>
            </a:lvl4pPr>
            <a:lvl5pPr indent="-342900" lvl="4" marL="2286000" marR="0" rtl="0" algn="l">
              <a:lnSpc>
                <a:spcPct val="90000"/>
              </a:lnSpc>
              <a:spcBef>
                <a:spcPts val="1500"/>
              </a:spcBef>
              <a:spcAft>
                <a:spcPts val="0"/>
              </a:spcAft>
              <a:buClr>
                <a:schemeClr val="dk1"/>
              </a:buClr>
              <a:buSzPts val="1800"/>
              <a:buFont typeface="Arial"/>
              <a:buChar char="•"/>
              <a:defRPr b="0" i="0" sz="1400" u="none" cap="none" strike="noStrike">
                <a:solidFill>
                  <a:srgbClr val="000000"/>
                </a:solidFill>
                <a:latin typeface="Arial"/>
                <a:ea typeface="Arial"/>
                <a:cs typeface="Arial"/>
                <a:sym typeface="Arial"/>
              </a:defRPr>
            </a:lvl5pPr>
            <a:lvl6pPr indent="-342900" lvl="5" marL="2743200" marR="0" rtl="0" algn="l">
              <a:lnSpc>
                <a:spcPct val="90000"/>
              </a:lnSpc>
              <a:spcBef>
                <a:spcPts val="1500"/>
              </a:spcBef>
              <a:spcAft>
                <a:spcPts val="0"/>
              </a:spcAft>
              <a:buClr>
                <a:schemeClr val="dk1"/>
              </a:buClr>
              <a:buSzPts val="1800"/>
              <a:buFont typeface="Arial"/>
              <a:buChar char="•"/>
              <a:defRPr b="0" i="0" sz="1400" u="none" cap="none" strike="noStrike">
                <a:solidFill>
                  <a:srgbClr val="000000"/>
                </a:solidFill>
                <a:latin typeface="Arial"/>
                <a:ea typeface="Arial"/>
                <a:cs typeface="Arial"/>
                <a:sym typeface="Arial"/>
              </a:defRPr>
            </a:lvl6pPr>
            <a:lvl7pPr indent="-342900" lvl="6" marL="3200400" marR="0" rtl="0" algn="l">
              <a:lnSpc>
                <a:spcPct val="90000"/>
              </a:lnSpc>
              <a:spcBef>
                <a:spcPts val="1500"/>
              </a:spcBef>
              <a:spcAft>
                <a:spcPts val="0"/>
              </a:spcAft>
              <a:buClr>
                <a:schemeClr val="dk1"/>
              </a:buClr>
              <a:buSzPts val="1800"/>
              <a:buFont typeface="Arial"/>
              <a:buChar char="•"/>
              <a:defRPr b="0" i="0" sz="1400" u="none" cap="none" strike="noStrike">
                <a:solidFill>
                  <a:srgbClr val="000000"/>
                </a:solidFill>
                <a:latin typeface="Arial"/>
                <a:ea typeface="Arial"/>
                <a:cs typeface="Arial"/>
                <a:sym typeface="Arial"/>
              </a:defRPr>
            </a:lvl7pPr>
            <a:lvl8pPr indent="-342900" lvl="7" marL="3657600" marR="0" rtl="0" algn="l">
              <a:lnSpc>
                <a:spcPct val="90000"/>
              </a:lnSpc>
              <a:spcBef>
                <a:spcPts val="1500"/>
              </a:spcBef>
              <a:spcAft>
                <a:spcPts val="0"/>
              </a:spcAft>
              <a:buClr>
                <a:schemeClr val="dk1"/>
              </a:buClr>
              <a:buSzPts val="1800"/>
              <a:buFont typeface="Arial"/>
              <a:buChar char="•"/>
              <a:defRPr b="0" i="0" sz="1400" u="none" cap="none" strike="noStrike">
                <a:solidFill>
                  <a:srgbClr val="000000"/>
                </a:solidFill>
                <a:latin typeface="Arial"/>
                <a:ea typeface="Arial"/>
                <a:cs typeface="Arial"/>
                <a:sym typeface="Arial"/>
              </a:defRPr>
            </a:lvl8pPr>
            <a:lvl9pPr indent="-342900" lvl="8" marL="4114800" marR="0" rtl="0" algn="l">
              <a:lnSpc>
                <a:spcPct val="90000"/>
              </a:lnSpc>
              <a:spcBef>
                <a:spcPts val="1500"/>
              </a:spcBef>
              <a:spcAft>
                <a:spcPts val="0"/>
              </a:spcAft>
              <a:buClr>
                <a:schemeClr val="dk1"/>
              </a:buClr>
              <a:buSzPts val="1800"/>
              <a:buFont typeface="Arial"/>
              <a:buChar char="•"/>
              <a:defRPr b="0" i="0" sz="1400" u="none" cap="none" strike="noStrike">
                <a:solidFill>
                  <a:srgbClr val="000000"/>
                </a:solidFill>
                <a:latin typeface="Arial"/>
                <a:ea typeface="Arial"/>
                <a:cs typeface="Arial"/>
                <a:sym typeface="Arial"/>
              </a:defRPr>
            </a:lvl9pPr>
          </a:lstStyle>
          <a:p/>
        </p:txBody>
      </p:sp>
      <p:sp>
        <p:nvSpPr>
          <p:cNvPr id="39" name="Google Shape;39;p6"/>
          <p:cNvSpPr txBox="1"/>
          <p:nvPr>
            <p:ph idx="10" type="dt"/>
          </p:nvPr>
        </p:nvSpPr>
        <p:spPr>
          <a:xfrm>
            <a:off x="2514600" y="19069052"/>
            <a:ext cx="8229600" cy="1095375"/>
          </a:xfrm>
          <a:prstGeom prst="rect">
            <a:avLst/>
          </a:prstGeom>
          <a:noFill/>
          <a:ln>
            <a:noFill/>
          </a:ln>
        </p:spPr>
        <p:txBody>
          <a:bodyPr anchorCtr="0" anchor="ctr"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40" name="Google Shape;40;p6"/>
          <p:cNvSpPr txBox="1"/>
          <p:nvPr>
            <p:ph idx="11" type="ftr"/>
          </p:nvPr>
        </p:nvSpPr>
        <p:spPr>
          <a:xfrm>
            <a:off x="12115800" y="19069052"/>
            <a:ext cx="12344400" cy="1095375"/>
          </a:xfrm>
          <a:prstGeom prst="rect">
            <a:avLst/>
          </a:prstGeom>
          <a:noFill/>
          <a:ln>
            <a:noFill/>
          </a:ln>
        </p:spPr>
        <p:txBody>
          <a:bodyPr anchorCtr="0" anchor="ctr" bIns="45700" lIns="91425" spcFirstLastPara="1" rIns="91425" wrap="square" tIns="45700">
            <a:noAutofit/>
          </a:bodyPr>
          <a:lstStyle>
            <a:lvl1pPr lvl="0" marR="0" rtl="0" algn="ctr">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41" name="Google Shape;41;p6"/>
          <p:cNvSpPr txBox="1"/>
          <p:nvPr>
            <p:ph idx="12" type="sldNum"/>
          </p:nvPr>
        </p:nvSpPr>
        <p:spPr>
          <a:xfrm>
            <a:off x="25831800" y="19069052"/>
            <a:ext cx="8229600" cy="1095375"/>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1pPr>
            <a:lvl2pPr indent="0" lvl="1" marL="0" marR="0" rtl="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2pPr>
            <a:lvl3pPr indent="0" lvl="2" marL="0" marR="0" rtl="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3pPr>
            <a:lvl4pPr indent="0" lvl="3" marL="0" marR="0" rtl="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4pPr>
            <a:lvl5pPr indent="0" lvl="4" marL="0" marR="0" rtl="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5pPr>
            <a:lvl6pPr indent="0" lvl="5" marL="0" marR="0" rtl="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6pPr>
            <a:lvl7pPr indent="0" lvl="6" marL="0" marR="0" rtl="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7pPr>
            <a:lvl8pPr indent="0" lvl="7" marL="0" marR="0" rtl="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8pPr>
            <a:lvl9pPr indent="0" lvl="8" marL="0" marR="0" rtl="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IN"/>
              <a:t>‹#›</a:t>
            </a:fld>
            <a:endParaRPr/>
          </a:p>
        </p:txBody>
      </p:sp>
    </p:spTree>
  </p:cSld>
  <p:clrMapOvr>
    <a:masterClrMapping/>
  </p:clrMapOvr>
  <mc:AlternateContent>
    <mc:Choice Requires="p14">
      <p:transition spd="slow" p14:dur="900">
        <p:fade thruBlk="1"/>
      </p:transition>
    </mc:Choice>
    <mc:Fallback>
      <p:transition spd="slow">
        <p:fade/>
      </p:transition>
    </mc:Fallback>
  </mc:AlternateContent>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2" name="Shape 42"/>
        <p:cNvGrpSpPr/>
        <p:nvPr/>
      </p:nvGrpSpPr>
      <p:grpSpPr>
        <a:xfrm>
          <a:off x="0" y="0"/>
          <a:ext cx="0" cy="0"/>
          <a:chOff x="0" y="0"/>
          <a:chExt cx="0" cy="0"/>
        </a:xfrm>
      </p:grpSpPr>
      <p:sp>
        <p:nvSpPr>
          <p:cNvPr id="43" name="Google Shape;43;p7"/>
          <p:cNvSpPr txBox="1"/>
          <p:nvPr>
            <p:ph type="title"/>
          </p:nvPr>
        </p:nvSpPr>
        <p:spPr>
          <a:xfrm>
            <a:off x="2519364" y="1095377"/>
            <a:ext cx="31546800" cy="3976689"/>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dk1"/>
              </a:buClr>
              <a:buSzPts val="1800"/>
              <a:buFont typeface="Arial"/>
              <a:buNone/>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44" name="Google Shape;44;p7"/>
          <p:cNvSpPr txBox="1"/>
          <p:nvPr>
            <p:ph idx="1" type="body"/>
          </p:nvPr>
        </p:nvSpPr>
        <p:spPr>
          <a:xfrm>
            <a:off x="2519366" y="5043489"/>
            <a:ext cx="15473361" cy="2471736"/>
          </a:xfrm>
          <a:prstGeom prst="rect">
            <a:avLst/>
          </a:prstGeom>
          <a:noFill/>
          <a:ln>
            <a:noFill/>
          </a:ln>
        </p:spPr>
        <p:txBody>
          <a:bodyPr anchorCtr="0" anchor="b" bIns="45700" lIns="91425" spcFirstLastPara="1" rIns="91425" wrap="square" tIns="45700">
            <a:normAutofit/>
          </a:bodyPr>
          <a:lstStyle>
            <a:lvl1pPr indent="-228600" lvl="0" marL="457200" marR="0" rtl="0" algn="l">
              <a:lnSpc>
                <a:spcPct val="90000"/>
              </a:lnSpc>
              <a:spcBef>
                <a:spcPts val="3000"/>
              </a:spcBef>
              <a:spcAft>
                <a:spcPts val="0"/>
              </a:spcAft>
              <a:buClr>
                <a:schemeClr val="dk1"/>
              </a:buClr>
              <a:buSzPts val="7200"/>
              <a:buFont typeface="Arial"/>
              <a:buNone/>
              <a:defRPr b="1" i="0" sz="7200" u="none" cap="none" strike="noStrike">
                <a:solidFill>
                  <a:srgbClr val="000000"/>
                </a:solidFill>
                <a:latin typeface="Arial"/>
                <a:ea typeface="Arial"/>
                <a:cs typeface="Arial"/>
                <a:sym typeface="Arial"/>
              </a:defRPr>
            </a:lvl1pPr>
            <a:lvl2pPr indent="-228600" lvl="1" marL="914400" marR="0" rtl="0" algn="l">
              <a:lnSpc>
                <a:spcPct val="90000"/>
              </a:lnSpc>
              <a:spcBef>
                <a:spcPts val="1500"/>
              </a:spcBef>
              <a:spcAft>
                <a:spcPts val="0"/>
              </a:spcAft>
              <a:buClr>
                <a:schemeClr val="dk1"/>
              </a:buClr>
              <a:buSzPts val="6000"/>
              <a:buFont typeface="Arial"/>
              <a:buNone/>
              <a:defRPr b="1" i="0" sz="6000" u="none" cap="none" strike="noStrike">
                <a:solidFill>
                  <a:srgbClr val="000000"/>
                </a:solidFill>
                <a:latin typeface="Arial"/>
                <a:ea typeface="Arial"/>
                <a:cs typeface="Arial"/>
                <a:sym typeface="Arial"/>
              </a:defRPr>
            </a:lvl2pPr>
            <a:lvl3pPr indent="-228600" lvl="2" marL="1371600" marR="0" rtl="0" algn="l">
              <a:lnSpc>
                <a:spcPct val="90000"/>
              </a:lnSpc>
              <a:spcBef>
                <a:spcPts val="1500"/>
              </a:spcBef>
              <a:spcAft>
                <a:spcPts val="0"/>
              </a:spcAft>
              <a:buClr>
                <a:schemeClr val="dk1"/>
              </a:buClr>
              <a:buSzPts val="5400"/>
              <a:buFont typeface="Arial"/>
              <a:buNone/>
              <a:defRPr b="1" i="0" sz="5400" u="none" cap="none" strike="noStrike">
                <a:solidFill>
                  <a:srgbClr val="000000"/>
                </a:solidFill>
                <a:latin typeface="Arial"/>
                <a:ea typeface="Arial"/>
                <a:cs typeface="Arial"/>
                <a:sym typeface="Arial"/>
              </a:defRPr>
            </a:lvl3pPr>
            <a:lvl4pPr indent="-228600" lvl="3" marL="1828800" marR="0" rtl="0" algn="l">
              <a:lnSpc>
                <a:spcPct val="90000"/>
              </a:lnSpc>
              <a:spcBef>
                <a:spcPts val="1500"/>
              </a:spcBef>
              <a:spcAft>
                <a:spcPts val="0"/>
              </a:spcAft>
              <a:buClr>
                <a:schemeClr val="dk1"/>
              </a:buClr>
              <a:buSzPts val="4800"/>
              <a:buFont typeface="Arial"/>
              <a:buNone/>
              <a:defRPr b="1" i="0" sz="4800" u="none" cap="none" strike="noStrike">
                <a:solidFill>
                  <a:srgbClr val="000000"/>
                </a:solidFill>
                <a:latin typeface="Arial"/>
                <a:ea typeface="Arial"/>
                <a:cs typeface="Arial"/>
                <a:sym typeface="Arial"/>
              </a:defRPr>
            </a:lvl4pPr>
            <a:lvl5pPr indent="-228600" lvl="4" marL="2286000" marR="0" rtl="0" algn="l">
              <a:lnSpc>
                <a:spcPct val="90000"/>
              </a:lnSpc>
              <a:spcBef>
                <a:spcPts val="1500"/>
              </a:spcBef>
              <a:spcAft>
                <a:spcPts val="0"/>
              </a:spcAft>
              <a:buClr>
                <a:schemeClr val="dk1"/>
              </a:buClr>
              <a:buSzPts val="4800"/>
              <a:buFont typeface="Arial"/>
              <a:buNone/>
              <a:defRPr b="1" i="0" sz="4800" u="none" cap="none" strike="noStrike">
                <a:solidFill>
                  <a:srgbClr val="000000"/>
                </a:solidFill>
                <a:latin typeface="Arial"/>
                <a:ea typeface="Arial"/>
                <a:cs typeface="Arial"/>
                <a:sym typeface="Arial"/>
              </a:defRPr>
            </a:lvl5pPr>
            <a:lvl6pPr indent="-228600" lvl="5" marL="2743200" marR="0" rtl="0" algn="l">
              <a:lnSpc>
                <a:spcPct val="90000"/>
              </a:lnSpc>
              <a:spcBef>
                <a:spcPts val="1500"/>
              </a:spcBef>
              <a:spcAft>
                <a:spcPts val="0"/>
              </a:spcAft>
              <a:buClr>
                <a:schemeClr val="dk1"/>
              </a:buClr>
              <a:buSzPts val="4800"/>
              <a:buFont typeface="Arial"/>
              <a:buNone/>
              <a:defRPr b="1" i="0" sz="4800" u="none" cap="none" strike="noStrike">
                <a:solidFill>
                  <a:srgbClr val="000000"/>
                </a:solidFill>
                <a:latin typeface="Arial"/>
                <a:ea typeface="Arial"/>
                <a:cs typeface="Arial"/>
                <a:sym typeface="Arial"/>
              </a:defRPr>
            </a:lvl6pPr>
            <a:lvl7pPr indent="-228600" lvl="6" marL="3200400" marR="0" rtl="0" algn="l">
              <a:lnSpc>
                <a:spcPct val="90000"/>
              </a:lnSpc>
              <a:spcBef>
                <a:spcPts val="1500"/>
              </a:spcBef>
              <a:spcAft>
                <a:spcPts val="0"/>
              </a:spcAft>
              <a:buClr>
                <a:schemeClr val="dk1"/>
              </a:buClr>
              <a:buSzPts val="4800"/>
              <a:buFont typeface="Arial"/>
              <a:buNone/>
              <a:defRPr b="1" i="0" sz="4800" u="none" cap="none" strike="noStrike">
                <a:solidFill>
                  <a:srgbClr val="000000"/>
                </a:solidFill>
                <a:latin typeface="Arial"/>
                <a:ea typeface="Arial"/>
                <a:cs typeface="Arial"/>
                <a:sym typeface="Arial"/>
              </a:defRPr>
            </a:lvl7pPr>
            <a:lvl8pPr indent="-228600" lvl="7" marL="3657600" marR="0" rtl="0" algn="l">
              <a:lnSpc>
                <a:spcPct val="90000"/>
              </a:lnSpc>
              <a:spcBef>
                <a:spcPts val="1500"/>
              </a:spcBef>
              <a:spcAft>
                <a:spcPts val="0"/>
              </a:spcAft>
              <a:buClr>
                <a:schemeClr val="dk1"/>
              </a:buClr>
              <a:buSzPts val="4800"/>
              <a:buFont typeface="Arial"/>
              <a:buNone/>
              <a:defRPr b="1" i="0" sz="4800" u="none" cap="none" strike="noStrike">
                <a:solidFill>
                  <a:srgbClr val="000000"/>
                </a:solidFill>
                <a:latin typeface="Arial"/>
                <a:ea typeface="Arial"/>
                <a:cs typeface="Arial"/>
                <a:sym typeface="Arial"/>
              </a:defRPr>
            </a:lvl8pPr>
            <a:lvl9pPr indent="-228600" lvl="8" marL="4114800" marR="0" rtl="0" algn="l">
              <a:lnSpc>
                <a:spcPct val="90000"/>
              </a:lnSpc>
              <a:spcBef>
                <a:spcPts val="1500"/>
              </a:spcBef>
              <a:spcAft>
                <a:spcPts val="0"/>
              </a:spcAft>
              <a:buClr>
                <a:schemeClr val="dk1"/>
              </a:buClr>
              <a:buSzPts val="4800"/>
              <a:buFont typeface="Arial"/>
              <a:buNone/>
              <a:defRPr b="1" i="0" sz="4800" u="none" cap="none" strike="noStrike">
                <a:solidFill>
                  <a:srgbClr val="000000"/>
                </a:solidFill>
                <a:latin typeface="Arial"/>
                <a:ea typeface="Arial"/>
                <a:cs typeface="Arial"/>
                <a:sym typeface="Arial"/>
              </a:defRPr>
            </a:lvl9pPr>
          </a:lstStyle>
          <a:p/>
        </p:txBody>
      </p:sp>
      <p:sp>
        <p:nvSpPr>
          <p:cNvPr id="45" name="Google Shape;45;p7"/>
          <p:cNvSpPr txBox="1"/>
          <p:nvPr>
            <p:ph idx="2" type="body"/>
          </p:nvPr>
        </p:nvSpPr>
        <p:spPr>
          <a:xfrm>
            <a:off x="2519366" y="7515225"/>
            <a:ext cx="15473361" cy="11053764"/>
          </a:xfrm>
          <a:prstGeom prst="rect">
            <a:avLst/>
          </a:prstGeom>
          <a:noFill/>
          <a:ln>
            <a:noFill/>
          </a:ln>
        </p:spPr>
        <p:txBody>
          <a:bodyPr anchorCtr="0" anchor="t" bIns="45700" lIns="91425" spcFirstLastPara="1" rIns="91425" wrap="square" tIns="45700">
            <a:normAutofit/>
          </a:bodyPr>
          <a:lstStyle>
            <a:lvl1pPr indent="-342900" lvl="0" marL="457200" marR="0" rtl="0" algn="l">
              <a:lnSpc>
                <a:spcPct val="90000"/>
              </a:lnSpc>
              <a:spcBef>
                <a:spcPts val="3000"/>
              </a:spcBef>
              <a:spcAft>
                <a:spcPts val="0"/>
              </a:spcAft>
              <a:buClr>
                <a:schemeClr val="dk1"/>
              </a:buClr>
              <a:buSzPts val="1800"/>
              <a:buFont typeface="Arial"/>
              <a:buChar char="•"/>
              <a:defRPr b="0" i="0" sz="1400" u="none" cap="none" strike="noStrike">
                <a:solidFill>
                  <a:srgbClr val="000000"/>
                </a:solidFill>
                <a:latin typeface="Arial"/>
                <a:ea typeface="Arial"/>
                <a:cs typeface="Arial"/>
                <a:sym typeface="Arial"/>
              </a:defRPr>
            </a:lvl1pPr>
            <a:lvl2pPr indent="-342900" lvl="1" marL="914400" marR="0" rtl="0" algn="l">
              <a:lnSpc>
                <a:spcPct val="90000"/>
              </a:lnSpc>
              <a:spcBef>
                <a:spcPts val="1500"/>
              </a:spcBef>
              <a:spcAft>
                <a:spcPts val="0"/>
              </a:spcAft>
              <a:buClr>
                <a:schemeClr val="dk1"/>
              </a:buClr>
              <a:buSzPts val="1800"/>
              <a:buFont typeface="Arial"/>
              <a:buChar char="•"/>
              <a:defRPr b="0" i="0" sz="1400" u="none" cap="none" strike="noStrike">
                <a:solidFill>
                  <a:srgbClr val="000000"/>
                </a:solidFill>
                <a:latin typeface="Arial"/>
                <a:ea typeface="Arial"/>
                <a:cs typeface="Arial"/>
                <a:sym typeface="Arial"/>
              </a:defRPr>
            </a:lvl2pPr>
            <a:lvl3pPr indent="-342900" lvl="2" marL="1371600" marR="0" rtl="0" algn="l">
              <a:lnSpc>
                <a:spcPct val="90000"/>
              </a:lnSpc>
              <a:spcBef>
                <a:spcPts val="1500"/>
              </a:spcBef>
              <a:spcAft>
                <a:spcPts val="0"/>
              </a:spcAft>
              <a:buClr>
                <a:schemeClr val="dk1"/>
              </a:buClr>
              <a:buSzPts val="1800"/>
              <a:buFont typeface="Arial"/>
              <a:buChar char="•"/>
              <a:defRPr b="0" i="0" sz="1400" u="none" cap="none" strike="noStrike">
                <a:solidFill>
                  <a:srgbClr val="000000"/>
                </a:solidFill>
                <a:latin typeface="Arial"/>
                <a:ea typeface="Arial"/>
                <a:cs typeface="Arial"/>
                <a:sym typeface="Arial"/>
              </a:defRPr>
            </a:lvl3pPr>
            <a:lvl4pPr indent="-342900" lvl="3" marL="1828800" marR="0" rtl="0" algn="l">
              <a:lnSpc>
                <a:spcPct val="90000"/>
              </a:lnSpc>
              <a:spcBef>
                <a:spcPts val="1500"/>
              </a:spcBef>
              <a:spcAft>
                <a:spcPts val="0"/>
              </a:spcAft>
              <a:buClr>
                <a:schemeClr val="dk1"/>
              </a:buClr>
              <a:buSzPts val="1800"/>
              <a:buFont typeface="Arial"/>
              <a:buChar char="•"/>
              <a:defRPr b="0" i="0" sz="1400" u="none" cap="none" strike="noStrike">
                <a:solidFill>
                  <a:srgbClr val="000000"/>
                </a:solidFill>
                <a:latin typeface="Arial"/>
                <a:ea typeface="Arial"/>
                <a:cs typeface="Arial"/>
                <a:sym typeface="Arial"/>
              </a:defRPr>
            </a:lvl4pPr>
            <a:lvl5pPr indent="-342900" lvl="4" marL="2286000" marR="0" rtl="0" algn="l">
              <a:lnSpc>
                <a:spcPct val="90000"/>
              </a:lnSpc>
              <a:spcBef>
                <a:spcPts val="1500"/>
              </a:spcBef>
              <a:spcAft>
                <a:spcPts val="0"/>
              </a:spcAft>
              <a:buClr>
                <a:schemeClr val="dk1"/>
              </a:buClr>
              <a:buSzPts val="1800"/>
              <a:buFont typeface="Arial"/>
              <a:buChar char="•"/>
              <a:defRPr b="0" i="0" sz="1400" u="none" cap="none" strike="noStrike">
                <a:solidFill>
                  <a:srgbClr val="000000"/>
                </a:solidFill>
                <a:latin typeface="Arial"/>
                <a:ea typeface="Arial"/>
                <a:cs typeface="Arial"/>
                <a:sym typeface="Arial"/>
              </a:defRPr>
            </a:lvl5pPr>
            <a:lvl6pPr indent="-342900" lvl="5" marL="2743200" marR="0" rtl="0" algn="l">
              <a:lnSpc>
                <a:spcPct val="90000"/>
              </a:lnSpc>
              <a:spcBef>
                <a:spcPts val="1500"/>
              </a:spcBef>
              <a:spcAft>
                <a:spcPts val="0"/>
              </a:spcAft>
              <a:buClr>
                <a:schemeClr val="dk1"/>
              </a:buClr>
              <a:buSzPts val="1800"/>
              <a:buFont typeface="Arial"/>
              <a:buChar char="•"/>
              <a:defRPr b="0" i="0" sz="1400" u="none" cap="none" strike="noStrike">
                <a:solidFill>
                  <a:srgbClr val="000000"/>
                </a:solidFill>
                <a:latin typeface="Arial"/>
                <a:ea typeface="Arial"/>
                <a:cs typeface="Arial"/>
                <a:sym typeface="Arial"/>
              </a:defRPr>
            </a:lvl6pPr>
            <a:lvl7pPr indent="-342900" lvl="6" marL="3200400" marR="0" rtl="0" algn="l">
              <a:lnSpc>
                <a:spcPct val="90000"/>
              </a:lnSpc>
              <a:spcBef>
                <a:spcPts val="1500"/>
              </a:spcBef>
              <a:spcAft>
                <a:spcPts val="0"/>
              </a:spcAft>
              <a:buClr>
                <a:schemeClr val="dk1"/>
              </a:buClr>
              <a:buSzPts val="1800"/>
              <a:buFont typeface="Arial"/>
              <a:buChar char="•"/>
              <a:defRPr b="0" i="0" sz="1400" u="none" cap="none" strike="noStrike">
                <a:solidFill>
                  <a:srgbClr val="000000"/>
                </a:solidFill>
                <a:latin typeface="Arial"/>
                <a:ea typeface="Arial"/>
                <a:cs typeface="Arial"/>
                <a:sym typeface="Arial"/>
              </a:defRPr>
            </a:lvl7pPr>
            <a:lvl8pPr indent="-342900" lvl="7" marL="3657600" marR="0" rtl="0" algn="l">
              <a:lnSpc>
                <a:spcPct val="90000"/>
              </a:lnSpc>
              <a:spcBef>
                <a:spcPts val="1500"/>
              </a:spcBef>
              <a:spcAft>
                <a:spcPts val="0"/>
              </a:spcAft>
              <a:buClr>
                <a:schemeClr val="dk1"/>
              </a:buClr>
              <a:buSzPts val="1800"/>
              <a:buFont typeface="Arial"/>
              <a:buChar char="•"/>
              <a:defRPr b="0" i="0" sz="1400" u="none" cap="none" strike="noStrike">
                <a:solidFill>
                  <a:srgbClr val="000000"/>
                </a:solidFill>
                <a:latin typeface="Arial"/>
                <a:ea typeface="Arial"/>
                <a:cs typeface="Arial"/>
                <a:sym typeface="Arial"/>
              </a:defRPr>
            </a:lvl8pPr>
            <a:lvl9pPr indent="-342900" lvl="8" marL="4114800" marR="0" rtl="0" algn="l">
              <a:lnSpc>
                <a:spcPct val="90000"/>
              </a:lnSpc>
              <a:spcBef>
                <a:spcPts val="1500"/>
              </a:spcBef>
              <a:spcAft>
                <a:spcPts val="0"/>
              </a:spcAft>
              <a:buClr>
                <a:schemeClr val="dk1"/>
              </a:buClr>
              <a:buSzPts val="1800"/>
              <a:buFont typeface="Arial"/>
              <a:buChar char="•"/>
              <a:defRPr b="0" i="0" sz="1400" u="none" cap="none" strike="noStrike">
                <a:solidFill>
                  <a:srgbClr val="000000"/>
                </a:solidFill>
                <a:latin typeface="Arial"/>
                <a:ea typeface="Arial"/>
                <a:cs typeface="Arial"/>
                <a:sym typeface="Arial"/>
              </a:defRPr>
            </a:lvl9pPr>
          </a:lstStyle>
          <a:p/>
        </p:txBody>
      </p:sp>
      <p:sp>
        <p:nvSpPr>
          <p:cNvPr id="46" name="Google Shape;46;p7"/>
          <p:cNvSpPr txBox="1"/>
          <p:nvPr>
            <p:ph idx="3" type="body"/>
          </p:nvPr>
        </p:nvSpPr>
        <p:spPr>
          <a:xfrm>
            <a:off x="18516600" y="5043489"/>
            <a:ext cx="15549564" cy="2471736"/>
          </a:xfrm>
          <a:prstGeom prst="rect">
            <a:avLst/>
          </a:prstGeom>
          <a:noFill/>
          <a:ln>
            <a:noFill/>
          </a:ln>
        </p:spPr>
        <p:txBody>
          <a:bodyPr anchorCtr="0" anchor="b" bIns="45700" lIns="91425" spcFirstLastPara="1" rIns="91425" wrap="square" tIns="45700">
            <a:normAutofit/>
          </a:bodyPr>
          <a:lstStyle>
            <a:lvl1pPr indent="-228600" lvl="0" marL="457200" marR="0" rtl="0" algn="l">
              <a:lnSpc>
                <a:spcPct val="90000"/>
              </a:lnSpc>
              <a:spcBef>
                <a:spcPts val="3000"/>
              </a:spcBef>
              <a:spcAft>
                <a:spcPts val="0"/>
              </a:spcAft>
              <a:buClr>
                <a:schemeClr val="dk1"/>
              </a:buClr>
              <a:buSzPts val="7200"/>
              <a:buFont typeface="Arial"/>
              <a:buNone/>
              <a:defRPr b="1" i="0" sz="7200" u="none" cap="none" strike="noStrike">
                <a:solidFill>
                  <a:srgbClr val="000000"/>
                </a:solidFill>
                <a:latin typeface="Arial"/>
                <a:ea typeface="Arial"/>
                <a:cs typeface="Arial"/>
                <a:sym typeface="Arial"/>
              </a:defRPr>
            </a:lvl1pPr>
            <a:lvl2pPr indent="-228600" lvl="1" marL="914400" marR="0" rtl="0" algn="l">
              <a:lnSpc>
                <a:spcPct val="90000"/>
              </a:lnSpc>
              <a:spcBef>
                <a:spcPts val="1500"/>
              </a:spcBef>
              <a:spcAft>
                <a:spcPts val="0"/>
              </a:spcAft>
              <a:buClr>
                <a:schemeClr val="dk1"/>
              </a:buClr>
              <a:buSzPts val="6000"/>
              <a:buFont typeface="Arial"/>
              <a:buNone/>
              <a:defRPr b="1" i="0" sz="6000" u="none" cap="none" strike="noStrike">
                <a:solidFill>
                  <a:srgbClr val="000000"/>
                </a:solidFill>
                <a:latin typeface="Arial"/>
                <a:ea typeface="Arial"/>
                <a:cs typeface="Arial"/>
                <a:sym typeface="Arial"/>
              </a:defRPr>
            </a:lvl2pPr>
            <a:lvl3pPr indent="-228600" lvl="2" marL="1371600" marR="0" rtl="0" algn="l">
              <a:lnSpc>
                <a:spcPct val="90000"/>
              </a:lnSpc>
              <a:spcBef>
                <a:spcPts val="1500"/>
              </a:spcBef>
              <a:spcAft>
                <a:spcPts val="0"/>
              </a:spcAft>
              <a:buClr>
                <a:schemeClr val="dk1"/>
              </a:buClr>
              <a:buSzPts val="5400"/>
              <a:buFont typeface="Arial"/>
              <a:buNone/>
              <a:defRPr b="1" i="0" sz="5400" u="none" cap="none" strike="noStrike">
                <a:solidFill>
                  <a:srgbClr val="000000"/>
                </a:solidFill>
                <a:latin typeface="Arial"/>
                <a:ea typeface="Arial"/>
                <a:cs typeface="Arial"/>
                <a:sym typeface="Arial"/>
              </a:defRPr>
            </a:lvl3pPr>
            <a:lvl4pPr indent="-228600" lvl="3" marL="1828800" marR="0" rtl="0" algn="l">
              <a:lnSpc>
                <a:spcPct val="90000"/>
              </a:lnSpc>
              <a:spcBef>
                <a:spcPts val="1500"/>
              </a:spcBef>
              <a:spcAft>
                <a:spcPts val="0"/>
              </a:spcAft>
              <a:buClr>
                <a:schemeClr val="dk1"/>
              </a:buClr>
              <a:buSzPts val="4800"/>
              <a:buFont typeface="Arial"/>
              <a:buNone/>
              <a:defRPr b="1" i="0" sz="4800" u="none" cap="none" strike="noStrike">
                <a:solidFill>
                  <a:srgbClr val="000000"/>
                </a:solidFill>
                <a:latin typeface="Arial"/>
                <a:ea typeface="Arial"/>
                <a:cs typeface="Arial"/>
                <a:sym typeface="Arial"/>
              </a:defRPr>
            </a:lvl4pPr>
            <a:lvl5pPr indent="-228600" lvl="4" marL="2286000" marR="0" rtl="0" algn="l">
              <a:lnSpc>
                <a:spcPct val="90000"/>
              </a:lnSpc>
              <a:spcBef>
                <a:spcPts val="1500"/>
              </a:spcBef>
              <a:spcAft>
                <a:spcPts val="0"/>
              </a:spcAft>
              <a:buClr>
                <a:schemeClr val="dk1"/>
              </a:buClr>
              <a:buSzPts val="4800"/>
              <a:buFont typeface="Arial"/>
              <a:buNone/>
              <a:defRPr b="1" i="0" sz="4800" u="none" cap="none" strike="noStrike">
                <a:solidFill>
                  <a:srgbClr val="000000"/>
                </a:solidFill>
                <a:latin typeface="Arial"/>
                <a:ea typeface="Arial"/>
                <a:cs typeface="Arial"/>
                <a:sym typeface="Arial"/>
              </a:defRPr>
            </a:lvl5pPr>
            <a:lvl6pPr indent="-228600" lvl="5" marL="2743200" marR="0" rtl="0" algn="l">
              <a:lnSpc>
                <a:spcPct val="90000"/>
              </a:lnSpc>
              <a:spcBef>
                <a:spcPts val="1500"/>
              </a:spcBef>
              <a:spcAft>
                <a:spcPts val="0"/>
              </a:spcAft>
              <a:buClr>
                <a:schemeClr val="dk1"/>
              </a:buClr>
              <a:buSzPts val="4800"/>
              <a:buFont typeface="Arial"/>
              <a:buNone/>
              <a:defRPr b="1" i="0" sz="4800" u="none" cap="none" strike="noStrike">
                <a:solidFill>
                  <a:srgbClr val="000000"/>
                </a:solidFill>
                <a:latin typeface="Arial"/>
                <a:ea typeface="Arial"/>
                <a:cs typeface="Arial"/>
                <a:sym typeface="Arial"/>
              </a:defRPr>
            </a:lvl6pPr>
            <a:lvl7pPr indent="-228600" lvl="6" marL="3200400" marR="0" rtl="0" algn="l">
              <a:lnSpc>
                <a:spcPct val="90000"/>
              </a:lnSpc>
              <a:spcBef>
                <a:spcPts val="1500"/>
              </a:spcBef>
              <a:spcAft>
                <a:spcPts val="0"/>
              </a:spcAft>
              <a:buClr>
                <a:schemeClr val="dk1"/>
              </a:buClr>
              <a:buSzPts val="4800"/>
              <a:buFont typeface="Arial"/>
              <a:buNone/>
              <a:defRPr b="1" i="0" sz="4800" u="none" cap="none" strike="noStrike">
                <a:solidFill>
                  <a:srgbClr val="000000"/>
                </a:solidFill>
                <a:latin typeface="Arial"/>
                <a:ea typeface="Arial"/>
                <a:cs typeface="Arial"/>
                <a:sym typeface="Arial"/>
              </a:defRPr>
            </a:lvl7pPr>
            <a:lvl8pPr indent="-228600" lvl="7" marL="3657600" marR="0" rtl="0" algn="l">
              <a:lnSpc>
                <a:spcPct val="90000"/>
              </a:lnSpc>
              <a:spcBef>
                <a:spcPts val="1500"/>
              </a:spcBef>
              <a:spcAft>
                <a:spcPts val="0"/>
              </a:spcAft>
              <a:buClr>
                <a:schemeClr val="dk1"/>
              </a:buClr>
              <a:buSzPts val="4800"/>
              <a:buFont typeface="Arial"/>
              <a:buNone/>
              <a:defRPr b="1" i="0" sz="4800" u="none" cap="none" strike="noStrike">
                <a:solidFill>
                  <a:srgbClr val="000000"/>
                </a:solidFill>
                <a:latin typeface="Arial"/>
                <a:ea typeface="Arial"/>
                <a:cs typeface="Arial"/>
                <a:sym typeface="Arial"/>
              </a:defRPr>
            </a:lvl8pPr>
            <a:lvl9pPr indent="-228600" lvl="8" marL="4114800" marR="0" rtl="0" algn="l">
              <a:lnSpc>
                <a:spcPct val="90000"/>
              </a:lnSpc>
              <a:spcBef>
                <a:spcPts val="1500"/>
              </a:spcBef>
              <a:spcAft>
                <a:spcPts val="0"/>
              </a:spcAft>
              <a:buClr>
                <a:schemeClr val="dk1"/>
              </a:buClr>
              <a:buSzPts val="4800"/>
              <a:buFont typeface="Arial"/>
              <a:buNone/>
              <a:defRPr b="1" i="0" sz="4800" u="none" cap="none" strike="noStrike">
                <a:solidFill>
                  <a:srgbClr val="000000"/>
                </a:solidFill>
                <a:latin typeface="Arial"/>
                <a:ea typeface="Arial"/>
                <a:cs typeface="Arial"/>
                <a:sym typeface="Arial"/>
              </a:defRPr>
            </a:lvl9pPr>
          </a:lstStyle>
          <a:p/>
        </p:txBody>
      </p:sp>
      <p:sp>
        <p:nvSpPr>
          <p:cNvPr id="47" name="Google Shape;47;p7"/>
          <p:cNvSpPr txBox="1"/>
          <p:nvPr>
            <p:ph idx="4" type="body"/>
          </p:nvPr>
        </p:nvSpPr>
        <p:spPr>
          <a:xfrm>
            <a:off x="18516600" y="7515225"/>
            <a:ext cx="15549564" cy="11053764"/>
          </a:xfrm>
          <a:prstGeom prst="rect">
            <a:avLst/>
          </a:prstGeom>
          <a:noFill/>
          <a:ln>
            <a:noFill/>
          </a:ln>
        </p:spPr>
        <p:txBody>
          <a:bodyPr anchorCtr="0" anchor="t" bIns="45700" lIns="91425" spcFirstLastPara="1" rIns="91425" wrap="square" tIns="45700">
            <a:normAutofit/>
          </a:bodyPr>
          <a:lstStyle>
            <a:lvl1pPr indent="-342900" lvl="0" marL="457200" marR="0" rtl="0" algn="l">
              <a:lnSpc>
                <a:spcPct val="90000"/>
              </a:lnSpc>
              <a:spcBef>
                <a:spcPts val="3000"/>
              </a:spcBef>
              <a:spcAft>
                <a:spcPts val="0"/>
              </a:spcAft>
              <a:buClr>
                <a:schemeClr val="dk1"/>
              </a:buClr>
              <a:buSzPts val="1800"/>
              <a:buFont typeface="Arial"/>
              <a:buChar char="•"/>
              <a:defRPr b="0" i="0" sz="1400" u="none" cap="none" strike="noStrike">
                <a:solidFill>
                  <a:srgbClr val="000000"/>
                </a:solidFill>
                <a:latin typeface="Arial"/>
                <a:ea typeface="Arial"/>
                <a:cs typeface="Arial"/>
                <a:sym typeface="Arial"/>
              </a:defRPr>
            </a:lvl1pPr>
            <a:lvl2pPr indent="-342900" lvl="1" marL="914400" marR="0" rtl="0" algn="l">
              <a:lnSpc>
                <a:spcPct val="90000"/>
              </a:lnSpc>
              <a:spcBef>
                <a:spcPts val="1500"/>
              </a:spcBef>
              <a:spcAft>
                <a:spcPts val="0"/>
              </a:spcAft>
              <a:buClr>
                <a:schemeClr val="dk1"/>
              </a:buClr>
              <a:buSzPts val="1800"/>
              <a:buFont typeface="Arial"/>
              <a:buChar char="•"/>
              <a:defRPr b="0" i="0" sz="1400" u="none" cap="none" strike="noStrike">
                <a:solidFill>
                  <a:srgbClr val="000000"/>
                </a:solidFill>
                <a:latin typeface="Arial"/>
                <a:ea typeface="Arial"/>
                <a:cs typeface="Arial"/>
                <a:sym typeface="Arial"/>
              </a:defRPr>
            </a:lvl2pPr>
            <a:lvl3pPr indent="-342900" lvl="2" marL="1371600" marR="0" rtl="0" algn="l">
              <a:lnSpc>
                <a:spcPct val="90000"/>
              </a:lnSpc>
              <a:spcBef>
                <a:spcPts val="1500"/>
              </a:spcBef>
              <a:spcAft>
                <a:spcPts val="0"/>
              </a:spcAft>
              <a:buClr>
                <a:schemeClr val="dk1"/>
              </a:buClr>
              <a:buSzPts val="1800"/>
              <a:buFont typeface="Arial"/>
              <a:buChar char="•"/>
              <a:defRPr b="0" i="0" sz="1400" u="none" cap="none" strike="noStrike">
                <a:solidFill>
                  <a:srgbClr val="000000"/>
                </a:solidFill>
                <a:latin typeface="Arial"/>
                <a:ea typeface="Arial"/>
                <a:cs typeface="Arial"/>
                <a:sym typeface="Arial"/>
              </a:defRPr>
            </a:lvl3pPr>
            <a:lvl4pPr indent="-342900" lvl="3" marL="1828800" marR="0" rtl="0" algn="l">
              <a:lnSpc>
                <a:spcPct val="90000"/>
              </a:lnSpc>
              <a:spcBef>
                <a:spcPts val="1500"/>
              </a:spcBef>
              <a:spcAft>
                <a:spcPts val="0"/>
              </a:spcAft>
              <a:buClr>
                <a:schemeClr val="dk1"/>
              </a:buClr>
              <a:buSzPts val="1800"/>
              <a:buFont typeface="Arial"/>
              <a:buChar char="•"/>
              <a:defRPr b="0" i="0" sz="1400" u="none" cap="none" strike="noStrike">
                <a:solidFill>
                  <a:srgbClr val="000000"/>
                </a:solidFill>
                <a:latin typeface="Arial"/>
                <a:ea typeface="Arial"/>
                <a:cs typeface="Arial"/>
                <a:sym typeface="Arial"/>
              </a:defRPr>
            </a:lvl4pPr>
            <a:lvl5pPr indent="-342900" lvl="4" marL="2286000" marR="0" rtl="0" algn="l">
              <a:lnSpc>
                <a:spcPct val="90000"/>
              </a:lnSpc>
              <a:spcBef>
                <a:spcPts val="1500"/>
              </a:spcBef>
              <a:spcAft>
                <a:spcPts val="0"/>
              </a:spcAft>
              <a:buClr>
                <a:schemeClr val="dk1"/>
              </a:buClr>
              <a:buSzPts val="1800"/>
              <a:buFont typeface="Arial"/>
              <a:buChar char="•"/>
              <a:defRPr b="0" i="0" sz="1400" u="none" cap="none" strike="noStrike">
                <a:solidFill>
                  <a:srgbClr val="000000"/>
                </a:solidFill>
                <a:latin typeface="Arial"/>
                <a:ea typeface="Arial"/>
                <a:cs typeface="Arial"/>
                <a:sym typeface="Arial"/>
              </a:defRPr>
            </a:lvl5pPr>
            <a:lvl6pPr indent="-342900" lvl="5" marL="2743200" marR="0" rtl="0" algn="l">
              <a:lnSpc>
                <a:spcPct val="90000"/>
              </a:lnSpc>
              <a:spcBef>
                <a:spcPts val="1500"/>
              </a:spcBef>
              <a:spcAft>
                <a:spcPts val="0"/>
              </a:spcAft>
              <a:buClr>
                <a:schemeClr val="dk1"/>
              </a:buClr>
              <a:buSzPts val="1800"/>
              <a:buFont typeface="Arial"/>
              <a:buChar char="•"/>
              <a:defRPr b="0" i="0" sz="1400" u="none" cap="none" strike="noStrike">
                <a:solidFill>
                  <a:srgbClr val="000000"/>
                </a:solidFill>
                <a:latin typeface="Arial"/>
                <a:ea typeface="Arial"/>
                <a:cs typeface="Arial"/>
                <a:sym typeface="Arial"/>
              </a:defRPr>
            </a:lvl6pPr>
            <a:lvl7pPr indent="-342900" lvl="6" marL="3200400" marR="0" rtl="0" algn="l">
              <a:lnSpc>
                <a:spcPct val="90000"/>
              </a:lnSpc>
              <a:spcBef>
                <a:spcPts val="1500"/>
              </a:spcBef>
              <a:spcAft>
                <a:spcPts val="0"/>
              </a:spcAft>
              <a:buClr>
                <a:schemeClr val="dk1"/>
              </a:buClr>
              <a:buSzPts val="1800"/>
              <a:buFont typeface="Arial"/>
              <a:buChar char="•"/>
              <a:defRPr b="0" i="0" sz="1400" u="none" cap="none" strike="noStrike">
                <a:solidFill>
                  <a:srgbClr val="000000"/>
                </a:solidFill>
                <a:latin typeface="Arial"/>
                <a:ea typeface="Arial"/>
                <a:cs typeface="Arial"/>
                <a:sym typeface="Arial"/>
              </a:defRPr>
            </a:lvl7pPr>
            <a:lvl8pPr indent="-342900" lvl="7" marL="3657600" marR="0" rtl="0" algn="l">
              <a:lnSpc>
                <a:spcPct val="90000"/>
              </a:lnSpc>
              <a:spcBef>
                <a:spcPts val="1500"/>
              </a:spcBef>
              <a:spcAft>
                <a:spcPts val="0"/>
              </a:spcAft>
              <a:buClr>
                <a:schemeClr val="dk1"/>
              </a:buClr>
              <a:buSzPts val="1800"/>
              <a:buFont typeface="Arial"/>
              <a:buChar char="•"/>
              <a:defRPr b="0" i="0" sz="1400" u="none" cap="none" strike="noStrike">
                <a:solidFill>
                  <a:srgbClr val="000000"/>
                </a:solidFill>
                <a:latin typeface="Arial"/>
                <a:ea typeface="Arial"/>
                <a:cs typeface="Arial"/>
                <a:sym typeface="Arial"/>
              </a:defRPr>
            </a:lvl8pPr>
            <a:lvl9pPr indent="-342900" lvl="8" marL="4114800" marR="0" rtl="0" algn="l">
              <a:lnSpc>
                <a:spcPct val="90000"/>
              </a:lnSpc>
              <a:spcBef>
                <a:spcPts val="1500"/>
              </a:spcBef>
              <a:spcAft>
                <a:spcPts val="0"/>
              </a:spcAft>
              <a:buClr>
                <a:schemeClr val="dk1"/>
              </a:buClr>
              <a:buSzPts val="1800"/>
              <a:buFont typeface="Arial"/>
              <a:buChar char="•"/>
              <a:defRPr b="0" i="0" sz="1400" u="none" cap="none" strike="noStrike">
                <a:solidFill>
                  <a:srgbClr val="000000"/>
                </a:solidFill>
                <a:latin typeface="Arial"/>
                <a:ea typeface="Arial"/>
                <a:cs typeface="Arial"/>
                <a:sym typeface="Arial"/>
              </a:defRPr>
            </a:lvl9pPr>
          </a:lstStyle>
          <a:p/>
        </p:txBody>
      </p:sp>
      <p:sp>
        <p:nvSpPr>
          <p:cNvPr id="48" name="Google Shape;48;p7"/>
          <p:cNvSpPr txBox="1"/>
          <p:nvPr>
            <p:ph idx="10" type="dt"/>
          </p:nvPr>
        </p:nvSpPr>
        <p:spPr>
          <a:xfrm>
            <a:off x="2514600" y="19069052"/>
            <a:ext cx="8229600" cy="1095375"/>
          </a:xfrm>
          <a:prstGeom prst="rect">
            <a:avLst/>
          </a:prstGeom>
          <a:noFill/>
          <a:ln>
            <a:noFill/>
          </a:ln>
        </p:spPr>
        <p:txBody>
          <a:bodyPr anchorCtr="0" anchor="ctr"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49" name="Google Shape;49;p7"/>
          <p:cNvSpPr txBox="1"/>
          <p:nvPr>
            <p:ph idx="11" type="ftr"/>
          </p:nvPr>
        </p:nvSpPr>
        <p:spPr>
          <a:xfrm>
            <a:off x="12115800" y="19069052"/>
            <a:ext cx="12344400" cy="1095375"/>
          </a:xfrm>
          <a:prstGeom prst="rect">
            <a:avLst/>
          </a:prstGeom>
          <a:noFill/>
          <a:ln>
            <a:noFill/>
          </a:ln>
        </p:spPr>
        <p:txBody>
          <a:bodyPr anchorCtr="0" anchor="ctr" bIns="45700" lIns="91425" spcFirstLastPara="1" rIns="91425" wrap="square" tIns="45700">
            <a:noAutofit/>
          </a:bodyPr>
          <a:lstStyle>
            <a:lvl1pPr lvl="0" marR="0" rtl="0" algn="ctr">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50" name="Google Shape;50;p7"/>
          <p:cNvSpPr txBox="1"/>
          <p:nvPr>
            <p:ph idx="12" type="sldNum"/>
          </p:nvPr>
        </p:nvSpPr>
        <p:spPr>
          <a:xfrm>
            <a:off x="25831800" y="19069052"/>
            <a:ext cx="8229600" cy="1095375"/>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1pPr>
            <a:lvl2pPr indent="0" lvl="1" marL="0" marR="0" rtl="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2pPr>
            <a:lvl3pPr indent="0" lvl="2" marL="0" marR="0" rtl="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3pPr>
            <a:lvl4pPr indent="0" lvl="3" marL="0" marR="0" rtl="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4pPr>
            <a:lvl5pPr indent="0" lvl="4" marL="0" marR="0" rtl="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5pPr>
            <a:lvl6pPr indent="0" lvl="5" marL="0" marR="0" rtl="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6pPr>
            <a:lvl7pPr indent="0" lvl="6" marL="0" marR="0" rtl="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7pPr>
            <a:lvl8pPr indent="0" lvl="7" marL="0" marR="0" rtl="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8pPr>
            <a:lvl9pPr indent="0" lvl="8" marL="0" marR="0" rtl="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IN"/>
              <a:t>‹#›</a:t>
            </a:fld>
            <a:endParaRPr/>
          </a:p>
        </p:txBody>
      </p:sp>
    </p:spTree>
  </p:cSld>
  <p:clrMapOvr>
    <a:masterClrMapping/>
  </p:clrMapOvr>
  <mc:AlternateContent>
    <mc:Choice Requires="p14">
      <p:transition spd="slow" p14:dur="900">
        <p:fade thruBlk="1"/>
      </p:transition>
    </mc:Choice>
    <mc:Fallback>
      <p:transition spd="slow">
        <p:fade/>
      </p:transition>
    </mc:Fallback>
  </mc:AlternateContent>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1" name="Shape 51"/>
        <p:cNvGrpSpPr/>
        <p:nvPr/>
      </p:nvGrpSpPr>
      <p:grpSpPr>
        <a:xfrm>
          <a:off x="0" y="0"/>
          <a:ext cx="0" cy="0"/>
          <a:chOff x="0" y="0"/>
          <a:chExt cx="0" cy="0"/>
        </a:xfrm>
      </p:grpSpPr>
      <p:sp>
        <p:nvSpPr>
          <p:cNvPr id="52" name="Google Shape;52;p8"/>
          <p:cNvSpPr txBox="1"/>
          <p:nvPr>
            <p:ph type="title"/>
          </p:nvPr>
        </p:nvSpPr>
        <p:spPr>
          <a:xfrm>
            <a:off x="2514600" y="1095377"/>
            <a:ext cx="31546800" cy="3976689"/>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dk1"/>
              </a:buClr>
              <a:buSzPts val="1800"/>
              <a:buFont typeface="Arial"/>
              <a:buNone/>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53" name="Google Shape;53;p8"/>
          <p:cNvSpPr txBox="1"/>
          <p:nvPr>
            <p:ph idx="10" type="dt"/>
          </p:nvPr>
        </p:nvSpPr>
        <p:spPr>
          <a:xfrm>
            <a:off x="2514600" y="19069052"/>
            <a:ext cx="8229600" cy="1095375"/>
          </a:xfrm>
          <a:prstGeom prst="rect">
            <a:avLst/>
          </a:prstGeom>
          <a:noFill/>
          <a:ln>
            <a:noFill/>
          </a:ln>
        </p:spPr>
        <p:txBody>
          <a:bodyPr anchorCtr="0" anchor="ctr"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54" name="Google Shape;54;p8"/>
          <p:cNvSpPr txBox="1"/>
          <p:nvPr>
            <p:ph idx="11" type="ftr"/>
          </p:nvPr>
        </p:nvSpPr>
        <p:spPr>
          <a:xfrm>
            <a:off x="12115800" y="19069052"/>
            <a:ext cx="12344400" cy="1095375"/>
          </a:xfrm>
          <a:prstGeom prst="rect">
            <a:avLst/>
          </a:prstGeom>
          <a:noFill/>
          <a:ln>
            <a:noFill/>
          </a:ln>
        </p:spPr>
        <p:txBody>
          <a:bodyPr anchorCtr="0" anchor="ctr" bIns="45700" lIns="91425" spcFirstLastPara="1" rIns="91425" wrap="square" tIns="45700">
            <a:noAutofit/>
          </a:bodyPr>
          <a:lstStyle>
            <a:lvl1pPr lvl="0" marR="0" rtl="0" algn="ctr">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55" name="Google Shape;55;p8"/>
          <p:cNvSpPr txBox="1"/>
          <p:nvPr>
            <p:ph idx="12" type="sldNum"/>
          </p:nvPr>
        </p:nvSpPr>
        <p:spPr>
          <a:xfrm>
            <a:off x="25831800" y="19069052"/>
            <a:ext cx="8229600" cy="1095375"/>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1pPr>
            <a:lvl2pPr indent="0" lvl="1" marL="0" marR="0" rtl="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2pPr>
            <a:lvl3pPr indent="0" lvl="2" marL="0" marR="0" rtl="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3pPr>
            <a:lvl4pPr indent="0" lvl="3" marL="0" marR="0" rtl="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4pPr>
            <a:lvl5pPr indent="0" lvl="4" marL="0" marR="0" rtl="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5pPr>
            <a:lvl6pPr indent="0" lvl="5" marL="0" marR="0" rtl="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6pPr>
            <a:lvl7pPr indent="0" lvl="6" marL="0" marR="0" rtl="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7pPr>
            <a:lvl8pPr indent="0" lvl="7" marL="0" marR="0" rtl="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8pPr>
            <a:lvl9pPr indent="0" lvl="8" marL="0" marR="0" rtl="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IN"/>
              <a:t>‹#›</a:t>
            </a:fld>
            <a:endParaRPr/>
          </a:p>
        </p:txBody>
      </p:sp>
    </p:spTree>
  </p:cSld>
  <p:clrMapOvr>
    <a:masterClrMapping/>
  </p:clrMapOvr>
  <mc:AlternateContent>
    <mc:Choice Requires="p14">
      <p:transition spd="slow" p14:dur="900">
        <p:fade thruBlk="1"/>
      </p:transition>
    </mc:Choice>
    <mc:Fallback>
      <p:transition spd="slow">
        <p:fade/>
      </p:transition>
    </mc:Fallback>
  </mc:AlternateContent>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56" name="Shape 56"/>
        <p:cNvGrpSpPr/>
        <p:nvPr/>
      </p:nvGrpSpPr>
      <p:grpSpPr>
        <a:xfrm>
          <a:off x="0" y="0"/>
          <a:ext cx="0" cy="0"/>
          <a:chOff x="0" y="0"/>
          <a:chExt cx="0" cy="0"/>
        </a:xfrm>
      </p:grpSpPr>
      <p:sp>
        <p:nvSpPr>
          <p:cNvPr id="57" name="Google Shape;57;p9"/>
          <p:cNvSpPr txBox="1"/>
          <p:nvPr>
            <p:ph type="title"/>
          </p:nvPr>
        </p:nvSpPr>
        <p:spPr>
          <a:xfrm>
            <a:off x="2519366" y="1371600"/>
            <a:ext cx="11796711" cy="4800600"/>
          </a:xfrm>
          <a:prstGeom prst="rect">
            <a:avLst/>
          </a:prstGeom>
          <a:noFill/>
          <a:ln>
            <a:noFill/>
          </a:ln>
        </p:spPr>
        <p:txBody>
          <a:bodyPr anchorCtr="0" anchor="b" bIns="45700" lIns="91425" spcFirstLastPara="1" rIns="91425" wrap="square" tIns="45700">
            <a:normAutofit/>
          </a:bodyPr>
          <a:lstStyle>
            <a:lvl1pPr lvl="0" marR="0" rtl="0" algn="l">
              <a:lnSpc>
                <a:spcPct val="90000"/>
              </a:lnSpc>
              <a:spcBef>
                <a:spcPts val="0"/>
              </a:spcBef>
              <a:spcAft>
                <a:spcPts val="0"/>
              </a:spcAft>
              <a:buClr>
                <a:schemeClr val="dk1"/>
              </a:buClr>
              <a:buSzPts val="9600"/>
              <a:buFont typeface="Play"/>
              <a:buNone/>
              <a:defRPr b="0" i="0" sz="96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58" name="Google Shape;58;p9"/>
          <p:cNvSpPr txBox="1"/>
          <p:nvPr>
            <p:ph idx="1" type="body"/>
          </p:nvPr>
        </p:nvSpPr>
        <p:spPr>
          <a:xfrm>
            <a:off x="15549564" y="2962277"/>
            <a:ext cx="18516600" cy="14620875"/>
          </a:xfrm>
          <a:prstGeom prst="rect">
            <a:avLst/>
          </a:prstGeom>
          <a:noFill/>
          <a:ln>
            <a:noFill/>
          </a:ln>
        </p:spPr>
        <p:txBody>
          <a:bodyPr anchorCtr="0" anchor="t" bIns="45700" lIns="91425" spcFirstLastPara="1" rIns="91425" wrap="square" tIns="45700">
            <a:normAutofit/>
          </a:bodyPr>
          <a:lstStyle>
            <a:lvl1pPr indent="-838200" lvl="0" marL="457200" marR="0" rtl="0" algn="l">
              <a:lnSpc>
                <a:spcPct val="90000"/>
              </a:lnSpc>
              <a:spcBef>
                <a:spcPts val="3000"/>
              </a:spcBef>
              <a:spcAft>
                <a:spcPts val="0"/>
              </a:spcAft>
              <a:buClr>
                <a:schemeClr val="dk1"/>
              </a:buClr>
              <a:buSzPts val="9600"/>
              <a:buFont typeface="Arial"/>
              <a:buChar char="•"/>
              <a:defRPr b="0" i="0" sz="9600" u="none" cap="none" strike="noStrike">
                <a:solidFill>
                  <a:srgbClr val="000000"/>
                </a:solidFill>
                <a:latin typeface="Arial"/>
                <a:ea typeface="Arial"/>
                <a:cs typeface="Arial"/>
                <a:sym typeface="Arial"/>
              </a:defRPr>
            </a:lvl1pPr>
            <a:lvl2pPr indent="-762000" lvl="1" marL="914400" marR="0" rtl="0" algn="l">
              <a:lnSpc>
                <a:spcPct val="90000"/>
              </a:lnSpc>
              <a:spcBef>
                <a:spcPts val="1500"/>
              </a:spcBef>
              <a:spcAft>
                <a:spcPts val="0"/>
              </a:spcAft>
              <a:buClr>
                <a:schemeClr val="dk1"/>
              </a:buClr>
              <a:buSzPts val="8400"/>
              <a:buFont typeface="Arial"/>
              <a:buChar char="•"/>
              <a:defRPr b="0" i="0" sz="8400" u="none" cap="none" strike="noStrike">
                <a:solidFill>
                  <a:srgbClr val="000000"/>
                </a:solidFill>
                <a:latin typeface="Arial"/>
                <a:ea typeface="Arial"/>
                <a:cs typeface="Arial"/>
                <a:sym typeface="Arial"/>
              </a:defRPr>
            </a:lvl2pPr>
            <a:lvl3pPr indent="-685800" lvl="2" marL="1371600" marR="0" rtl="0" algn="l">
              <a:lnSpc>
                <a:spcPct val="90000"/>
              </a:lnSpc>
              <a:spcBef>
                <a:spcPts val="1500"/>
              </a:spcBef>
              <a:spcAft>
                <a:spcPts val="0"/>
              </a:spcAft>
              <a:buClr>
                <a:schemeClr val="dk1"/>
              </a:buClr>
              <a:buSzPts val="7200"/>
              <a:buFont typeface="Arial"/>
              <a:buChar char="•"/>
              <a:defRPr b="0" i="0" sz="7200" u="none" cap="none" strike="noStrike">
                <a:solidFill>
                  <a:srgbClr val="000000"/>
                </a:solidFill>
                <a:latin typeface="Arial"/>
                <a:ea typeface="Arial"/>
                <a:cs typeface="Arial"/>
                <a:sym typeface="Arial"/>
              </a:defRPr>
            </a:lvl3pPr>
            <a:lvl4pPr indent="-609600" lvl="3" marL="1828800" marR="0" rtl="0" algn="l">
              <a:lnSpc>
                <a:spcPct val="90000"/>
              </a:lnSpc>
              <a:spcBef>
                <a:spcPts val="1500"/>
              </a:spcBef>
              <a:spcAft>
                <a:spcPts val="0"/>
              </a:spcAft>
              <a:buClr>
                <a:schemeClr val="dk1"/>
              </a:buClr>
              <a:buSzPts val="6000"/>
              <a:buFont typeface="Arial"/>
              <a:buChar char="•"/>
              <a:defRPr b="0" i="0" sz="6000" u="none" cap="none" strike="noStrike">
                <a:solidFill>
                  <a:srgbClr val="000000"/>
                </a:solidFill>
                <a:latin typeface="Arial"/>
                <a:ea typeface="Arial"/>
                <a:cs typeface="Arial"/>
                <a:sym typeface="Arial"/>
              </a:defRPr>
            </a:lvl4pPr>
            <a:lvl5pPr indent="-609600" lvl="4" marL="2286000" marR="0" rtl="0" algn="l">
              <a:lnSpc>
                <a:spcPct val="90000"/>
              </a:lnSpc>
              <a:spcBef>
                <a:spcPts val="1500"/>
              </a:spcBef>
              <a:spcAft>
                <a:spcPts val="0"/>
              </a:spcAft>
              <a:buClr>
                <a:schemeClr val="dk1"/>
              </a:buClr>
              <a:buSzPts val="6000"/>
              <a:buFont typeface="Arial"/>
              <a:buChar char="•"/>
              <a:defRPr b="0" i="0" sz="6000" u="none" cap="none" strike="noStrike">
                <a:solidFill>
                  <a:srgbClr val="000000"/>
                </a:solidFill>
                <a:latin typeface="Arial"/>
                <a:ea typeface="Arial"/>
                <a:cs typeface="Arial"/>
                <a:sym typeface="Arial"/>
              </a:defRPr>
            </a:lvl5pPr>
            <a:lvl6pPr indent="-609600" lvl="5" marL="2743200" marR="0" rtl="0" algn="l">
              <a:lnSpc>
                <a:spcPct val="90000"/>
              </a:lnSpc>
              <a:spcBef>
                <a:spcPts val="1500"/>
              </a:spcBef>
              <a:spcAft>
                <a:spcPts val="0"/>
              </a:spcAft>
              <a:buClr>
                <a:schemeClr val="dk1"/>
              </a:buClr>
              <a:buSzPts val="6000"/>
              <a:buFont typeface="Arial"/>
              <a:buChar char="•"/>
              <a:defRPr b="0" i="0" sz="6000" u="none" cap="none" strike="noStrike">
                <a:solidFill>
                  <a:srgbClr val="000000"/>
                </a:solidFill>
                <a:latin typeface="Arial"/>
                <a:ea typeface="Arial"/>
                <a:cs typeface="Arial"/>
                <a:sym typeface="Arial"/>
              </a:defRPr>
            </a:lvl6pPr>
            <a:lvl7pPr indent="-609600" lvl="6" marL="3200400" marR="0" rtl="0" algn="l">
              <a:lnSpc>
                <a:spcPct val="90000"/>
              </a:lnSpc>
              <a:spcBef>
                <a:spcPts val="1500"/>
              </a:spcBef>
              <a:spcAft>
                <a:spcPts val="0"/>
              </a:spcAft>
              <a:buClr>
                <a:schemeClr val="dk1"/>
              </a:buClr>
              <a:buSzPts val="6000"/>
              <a:buFont typeface="Arial"/>
              <a:buChar char="•"/>
              <a:defRPr b="0" i="0" sz="6000" u="none" cap="none" strike="noStrike">
                <a:solidFill>
                  <a:srgbClr val="000000"/>
                </a:solidFill>
                <a:latin typeface="Arial"/>
                <a:ea typeface="Arial"/>
                <a:cs typeface="Arial"/>
                <a:sym typeface="Arial"/>
              </a:defRPr>
            </a:lvl7pPr>
            <a:lvl8pPr indent="-609600" lvl="7" marL="3657600" marR="0" rtl="0" algn="l">
              <a:lnSpc>
                <a:spcPct val="90000"/>
              </a:lnSpc>
              <a:spcBef>
                <a:spcPts val="1500"/>
              </a:spcBef>
              <a:spcAft>
                <a:spcPts val="0"/>
              </a:spcAft>
              <a:buClr>
                <a:schemeClr val="dk1"/>
              </a:buClr>
              <a:buSzPts val="6000"/>
              <a:buFont typeface="Arial"/>
              <a:buChar char="•"/>
              <a:defRPr b="0" i="0" sz="6000" u="none" cap="none" strike="noStrike">
                <a:solidFill>
                  <a:srgbClr val="000000"/>
                </a:solidFill>
                <a:latin typeface="Arial"/>
                <a:ea typeface="Arial"/>
                <a:cs typeface="Arial"/>
                <a:sym typeface="Arial"/>
              </a:defRPr>
            </a:lvl8pPr>
            <a:lvl9pPr indent="-609600" lvl="8" marL="4114800" marR="0" rtl="0" algn="l">
              <a:lnSpc>
                <a:spcPct val="90000"/>
              </a:lnSpc>
              <a:spcBef>
                <a:spcPts val="1500"/>
              </a:spcBef>
              <a:spcAft>
                <a:spcPts val="0"/>
              </a:spcAft>
              <a:buClr>
                <a:schemeClr val="dk1"/>
              </a:buClr>
              <a:buSzPts val="6000"/>
              <a:buFont typeface="Arial"/>
              <a:buChar char="•"/>
              <a:defRPr b="0" i="0" sz="6000" u="none" cap="none" strike="noStrike">
                <a:solidFill>
                  <a:srgbClr val="000000"/>
                </a:solidFill>
                <a:latin typeface="Arial"/>
                <a:ea typeface="Arial"/>
                <a:cs typeface="Arial"/>
                <a:sym typeface="Arial"/>
              </a:defRPr>
            </a:lvl9pPr>
          </a:lstStyle>
          <a:p/>
        </p:txBody>
      </p:sp>
      <p:sp>
        <p:nvSpPr>
          <p:cNvPr id="59" name="Google Shape;59;p9"/>
          <p:cNvSpPr txBox="1"/>
          <p:nvPr>
            <p:ph idx="2" type="body"/>
          </p:nvPr>
        </p:nvSpPr>
        <p:spPr>
          <a:xfrm>
            <a:off x="2519366" y="6172200"/>
            <a:ext cx="11796711" cy="11434764"/>
          </a:xfrm>
          <a:prstGeom prst="rect">
            <a:avLst/>
          </a:prstGeom>
          <a:noFill/>
          <a:ln>
            <a:noFill/>
          </a:ln>
        </p:spPr>
        <p:txBody>
          <a:bodyPr anchorCtr="0" anchor="t" bIns="45700" lIns="91425" spcFirstLastPara="1" rIns="91425" wrap="square" tIns="45700">
            <a:normAutofit/>
          </a:bodyPr>
          <a:lstStyle>
            <a:lvl1pPr indent="-228600" lvl="0" marL="457200" marR="0" rtl="0" algn="l">
              <a:lnSpc>
                <a:spcPct val="90000"/>
              </a:lnSpc>
              <a:spcBef>
                <a:spcPts val="3000"/>
              </a:spcBef>
              <a:spcAft>
                <a:spcPts val="0"/>
              </a:spcAft>
              <a:buClr>
                <a:schemeClr val="dk1"/>
              </a:buClr>
              <a:buSzPts val="4800"/>
              <a:buFont typeface="Arial"/>
              <a:buNone/>
              <a:defRPr b="0" i="0" sz="4800" u="none" cap="none" strike="noStrike">
                <a:solidFill>
                  <a:srgbClr val="000000"/>
                </a:solidFill>
                <a:latin typeface="Arial"/>
                <a:ea typeface="Arial"/>
                <a:cs typeface="Arial"/>
                <a:sym typeface="Arial"/>
              </a:defRPr>
            </a:lvl1pPr>
            <a:lvl2pPr indent="-228600" lvl="1" marL="914400" marR="0" rtl="0" algn="l">
              <a:lnSpc>
                <a:spcPct val="90000"/>
              </a:lnSpc>
              <a:spcBef>
                <a:spcPts val="1500"/>
              </a:spcBef>
              <a:spcAft>
                <a:spcPts val="0"/>
              </a:spcAft>
              <a:buClr>
                <a:schemeClr val="dk1"/>
              </a:buClr>
              <a:buSzPts val="4200"/>
              <a:buFont typeface="Arial"/>
              <a:buNone/>
              <a:defRPr b="0" i="0" sz="4200" u="none" cap="none" strike="noStrike">
                <a:solidFill>
                  <a:srgbClr val="000000"/>
                </a:solidFill>
                <a:latin typeface="Arial"/>
                <a:ea typeface="Arial"/>
                <a:cs typeface="Arial"/>
                <a:sym typeface="Arial"/>
              </a:defRPr>
            </a:lvl2pPr>
            <a:lvl3pPr indent="-228600" lvl="2" marL="1371600" marR="0" rtl="0" algn="l">
              <a:lnSpc>
                <a:spcPct val="90000"/>
              </a:lnSpc>
              <a:spcBef>
                <a:spcPts val="1500"/>
              </a:spcBef>
              <a:spcAft>
                <a:spcPts val="0"/>
              </a:spcAft>
              <a:buClr>
                <a:schemeClr val="dk1"/>
              </a:buClr>
              <a:buSzPts val="3600"/>
              <a:buFont typeface="Arial"/>
              <a:buNone/>
              <a:defRPr b="0" i="0" sz="3600" u="none" cap="none" strike="noStrike">
                <a:solidFill>
                  <a:srgbClr val="000000"/>
                </a:solidFill>
                <a:latin typeface="Arial"/>
                <a:ea typeface="Arial"/>
                <a:cs typeface="Arial"/>
                <a:sym typeface="Arial"/>
              </a:defRPr>
            </a:lvl3pPr>
            <a:lvl4pPr indent="-228600" lvl="3" marL="1828800" marR="0" rtl="0" algn="l">
              <a:lnSpc>
                <a:spcPct val="90000"/>
              </a:lnSpc>
              <a:spcBef>
                <a:spcPts val="1500"/>
              </a:spcBef>
              <a:spcAft>
                <a:spcPts val="0"/>
              </a:spcAft>
              <a:buClr>
                <a:schemeClr val="dk1"/>
              </a:buClr>
              <a:buSzPts val="3000"/>
              <a:buFont typeface="Arial"/>
              <a:buNone/>
              <a:defRPr b="0" i="0" sz="3000" u="none" cap="none" strike="noStrike">
                <a:solidFill>
                  <a:srgbClr val="000000"/>
                </a:solidFill>
                <a:latin typeface="Arial"/>
                <a:ea typeface="Arial"/>
                <a:cs typeface="Arial"/>
                <a:sym typeface="Arial"/>
              </a:defRPr>
            </a:lvl4pPr>
            <a:lvl5pPr indent="-228600" lvl="4" marL="2286000" marR="0" rtl="0" algn="l">
              <a:lnSpc>
                <a:spcPct val="90000"/>
              </a:lnSpc>
              <a:spcBef>
                <a:spcPts val="1500"/>
              </a:spcBef>
              <a:spcAft>
                <a:spcPts val="0"/>
              </a:spcAft>
              <a:buClr>
                <a:schemeClr val="dk1"/>
              </a:buClr>
              <a:buSzPts val="3000"/>
              <a:buFont typeface="Arial"/>
              <a:buNone/>
              <a:defRPr b="0" i="0" sz="3000" u="none" cap="none" strike="noStrike">
                <a:solidFill>
                  <a:srgbClr val="000000"/>
                </a:solidFill>
                <a:latin typeface="Arial"/>
                <a:ea typeface="Arial"/>
                <a:cs typeface="Arial"/>
                <a:sym typeface="Arial"/>
              </a:defRPr>
            </a:lvl5pPr>
            <a:lvl6pPr indent="-228600" lvl="5" marL="2743200" marR="0" rtl="0" algn="l">
              <a:lnSpc>
                <a:spcPct val="90000"/>
              </a:lnSpc>
              <a:spcBef>
                <a:spcPts val="1500"/>
              </a:spcBef>
              <a:spcAft>
                <a:spcPts val="0"/>
              </a:spcAft>
              <a:buClr>
                <a:schemeClr val="dk1"/>
              </a:buClr>
              <a:buSzPts val="3000"/>
              <a:buFont typeface="Arial"/>
              <a:buNone/>
              <a:defRPr b="0" i="0" sz="3000" u="none" cap="none" strike="noStrike">
                <a:solidFill>
                  <a:srgbClr val="000000"/>
                </a:solidFill>
                <a:latin typeface="Arial"/>
                <a:ea typeface="Arial"/>
                <a:cs typeface="Arial"/>
                <a:sym typeface="Arial"/>
              </a:defRPr>
            </a:lvl6pPr>
            <a:lvl7pPr indent="-228600" lvl="6" marL="3200400" marR="0" rtl="0" algn="l">
              <a:lnSpc>
                <a:spcPct val="90000"/>
              </a:lnSpc>
              <a:spcBef>
                <a:spcPts val="1500"/>
              </a:spcBef>
              <a:spcAft>
                <a:spcPts val="0"/>
              </a:spcAft>
              <a:buClr>
                <a:schemeClr val="dk1"/>
              </a:buClr>
              <a:buSzPts val="3000"/>
              <a:buFont typeface="Arial"/>
              <a:buNone/>
              <a:defRPr b="0" i="0" sz="3000" u="none" cap="none" strike="noStrike">
                <a:solidFill>
                  <a:srgbClr val="000000"/>
                </a:solidFill>
                <a:latin typeface="Arial"/>
                <a:ea typeface="Arial"/>
                <a:cs typeface="Arial"/>
                <a:sym typeface="Arial"/>
              </a:defRPr>
            </a:lvl7pPr>
            <a:lvl8pPr indent="-228600" lvl="7" marL="3657600" marR="0" rtl="0" algn="l">
              <a:lnSpc>
                <a:spcPct val="90000"/>
              </a:lnSpc>
              <a:spcBef>
                <a:spcPts val="1500"/>
              </a:spcBef>
              <a:spcAft>
                <a:spcPts val="0"/>
              </a:spcAft>
              <a:buClr>
                <a:schemeClr val="dk1"/>
              </a:buClr>
              <a:buSzPts val="3000"/>
              <a:buFont typeface="Arial"/>
              <a:buNone/>
              <a:defRPr b="0" i="0" sz="3000" u="none" cap="none" strike="noStrike">
                <a:solidFill>
                  <a:srgbClr val="000000"/>
                </a:solidFill>
                <a:latin typeface="Arial"/>
                <a:ea typeface="Arial"/>
                <a:cs typeface="Arial"/>
                <a:sym typeface="Arial"/>
              </a:defRPr>
            </a:lvl8pPr>
            <a:lvl9pPr indent="-228600" lvl="8" marL="4114800" marR="0" rtl="0" algn="l">
              <a:lnSpc>
                <a:spcPct val="90000"/>
              </a:lnSpc>
              <a:spcBef>
                <a:spcPts val="1500"/>
              </a:spcBef>
              <a:spcAft>
                <a:spcPts val="0"/>
              </a:spcAft>
              <a:buClr>
                <a:schemeClr val="dk1"/>
              </a:buClr>
              <a:buSzPts val="3000"/>
              <a:buFont typeface="Arial"/>
              <a:buNone/>
              <a:defRPr b="0" i="0" sz="3000" u="none" cap="none" strike="noStrike">
                <a:solidFill>
                  <a:srgbClr val="000000"/>
                </a:solidFill>
                <a:latin typeface="Arial"/>
                <a:ea typeface="Arial"/>
                <a:cs typeface="Arial"/>
                <a:sym typeface="Arial"/>
              </a:defRPr>
            </a:lvl9pPr>
          </a:lstStyle>
          <a:p/>
        </p:txBody>
      </p:sp>
      <p:sp>
        <p:nvSpPr>
          <p:cNvPr id="60" name="Google Shape;60;p9"/>
          <p:cNvSpPr txBox="1"/>
          <p:nvPr>
            <p:ph idx="10" type="dt"/>
          </p:nvPr>
        </p:nvSpPr>
        <p:spPr>
          <a:xfrm>
            <a:off x="2514600" y="19069052"/>
            <a:ext cx="8229600" cy="1095375"/>
          </a:xfrm>
          <a:prstGeom prst="rect">
            <a:avLst/>
          </a:prstGeom>
          <a:noFill/>
          <a:ln>
            <a:noFill/>
          </a:ln>
        </p:spPr>
        <p:txBody>
          <a:bodyPr anchorCtr="0" anchor="ctr"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61" name="Google Shape;61;p9"/>
          <p:cNvSpPr txBox="1"/>
          <p:nvPr>
            <p:ph idx="11" type="ftr"/>
          </p:nvPr>
        </p:nvSpPr>
        <p:spPr>
          <a:xfrm>
            <a:off x="12115800" y="19069052"/>
            <a:ext cx="12344400" cy="1095375"/>
          </a:xfrm>
          <a:prstGeom prst="rect">
            <a:avLst/>
          </a:prstGeom>
          <a:noFill/>
          <a:ln>
            <a:noFill/>
          </a:ln>
        </p:spPr>
        <p:txBody>
          <a:bodyPr anchorCtr="0" anchor="ctr" bIns="45700" lIns="91425" spcFirstLastPara="1" rIns="91425" wrap="square" tIns="45700">
            <a:noAutofit/>
          </a:bodyPr>
          <a:lstStyle>
            <a:lvl1pPr lvl="0" marR="0" rtl="0" algn="ctr">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62" name="Google Shape;62;p9"/>
          <p:cNvSpPr txBox="1"/>
          <p:nvPr>
            <p:ph idx="12" type="sldNum"/>
          </p:nvPr>
        </p:nvSpPr>
        <p:spPr>
          <a:xfrm>
            <a:off x="25831800" y="19069052"/>
            <a:ext cx="8229600" cy="1095375"/>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1pPr>
            <a:lvl2pPr indent="0" lvl="1" marL="0" marR="0" rtl="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2pPr>
            <a:lvl3pPr indent="0" lvl="2" marL="0" marR="0" rtl="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3pPr>
            <a:lvl4pPr indent="0" lvl="3" marL="0" marR="0" rtl="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4pPr>
            <a:lvl5pPr indent="0" lvl="4" marL="0" marR="0" rtl="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5pPr>
            <a:lvl6pPr indent="0" lvl="5" marL="0" marR="0" rtl="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6pPr>
            <a:lvl7pPr indent="0" lvl="6" marL="0" marR="0" rtl="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7pPr>
            <a:lvl8pPr indent="0" lvl="7" marL="0" marR="0" rtl="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8pPr>
            <a:lvl9pPr indent="0" lvl="8" marL="0" marR="0" rtl="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IN"/>
              <a:t>‹#›</a:t>
            </a:fld>
            <a:endParaRPr/>
          </a:p>
        </p:txBody>
      </p:sp>
    </p:spTree>
  </p:cSld>
  <p:clrMapOvr>
    <a:masterClrMapping/>
  </p:clrMapOvr>
  <mc:AlternateContent>
    <mc:Choice Requires="p14">
      <p:transition spd="slow" p14:dur="900">
        <p:fade thruBlk="1"/>
      </p:transition>
    </mc:Choice>
    <mc:Fallback>
      <p:transition spd="slow">
        <p:fade/>
      </p:transition>
    </mc:Fallback>
  </mc:AlternateContent>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63" name="Shape 63"/>
        <p:cNvGrpSpPr/>
        <p:nvPr/>
      </p:nvGrpSpPr>
      <p:grpSpPr>
        <a:xfrm>
          <a:off x="0" y="0"/>
          <a:ext cx="0" cy="0"/>
          <a:chOff x="0" y="0"/>
          <a:chExt cx="0" cy="0"/>
        </a:xfrm>
      </p:grpSpPr>
      <p:sp>
        <p:nvSpPr>
          <p:cNvPr id="64" name="Google Shape;64;p10"/>
          <p:cNvSpPr txBox="1"/>
          <p:nvPr>
            <p:ph type="title"/>
          </p:nvPr>
        </p:nvSpPr>
        <p:spPr>
          <a:xfrm>
            <a:off x="2519366" y="1371600"/>
            <a:ext cx="11796711" cy="4800600"/>
          </a:xfrm>
          <a:prstGeom prst="rect">
            <a:avLst/>
          </a:prstGeom>
          <a:noFill/>
          <a:ln>
            <a:noFill/>
          </a:ln>
        </p:spPr>
        <p:txBody>
          <a:bodyPr anchorCtr="0" anchor="b" bIns="45700" lIns="91425" spcFirstLastPara="1" rIns="91425" wrap="square" tIns="45700">
            <a:normAutofit/>
          </a:bodyPr>
          <a:lstStyle>
            <a:lvl1pPr lvl="0" marR="0" rtl="0" algn="l">
              <a:lnSpc>
                <a:spcPct val="90000"/>
              </a:lnSpc>
              <a:spcBef>
                <a:spcPts val="0"/>
              </a:spcBef>
              <a:spcAft>
                <a:spcPts val="0"/>
              </a:spcAft>
              <a:buClr>
                <a:schemeClr val="dk1"/>
              </a:buClr>
              <a:buSzPts val="9600"/>
              <a:buFont typeface="Play"/>
              <a:buNone/>
              <a:defRPr b="0" i="0" sz="96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65" name="Google Shape;65;p10"/>
          <p:cNvSpPr/>
          <p:nvPr>
            <p:ph idx="2" type="pic"/>
          </p:nvPr>
        </p:nvSpPr>
        <p:spPr>
          <a:xfrm>
            <a:off x="15549564" y="2962277"/>
            <a:ext cx="18516600" cy="14620875"/>
          </a:xfrm>
          <a:prstGeom prst="rect">
            <a:avLst/>
          </a:prstGeom>
          <a:noFill/>
          <a:ln>
            <a:noFill/>
          </a:ln>
        </p:spPr>
      </p:sp>
      <p:sp>
        <p:nvSpPr>
          <p:cNvPr id="66" name="Google Shape;66;p10"/>
          <p:cNvSpPr txBox="1"/>
          <p:nvPr>
            <p:ph idx="1" type="body"/>
          </p:nvPr>
        </p:nvSpPr>
        <p:spPr>
          <a:xfrm>
            <a:off x="2519366" y="6172200"/>
            <a:ext cx="11796711" cy="11434764"/>
          </a:xfrm>
          <a:prstGeom prst="rect">
            <a:avLst/>
          </a:prstGeom>
          <a:noFill/>
          <a:ln>
            <a:noFill/>
          </a:ln>
        </p:spPr>
        <p:txBody>
          <a:bodyPr anchorCtr="0" anchor="t" bIns="45700" lIns="91425" spcFirstLastPara="1" rIns="91425" wrap="square" tIns="45700">
            <a:normAutofit/>
          </a:bodyPr>
          <a:lstStyle>
            <a:lvl1pPr indent="-228600" lvl="0" marL="457200" marR="0" rtl="0" algn="l">
              <a:lnSpc>
                <a:spcPct val="90000"/>
              </a:lnSpc>
              <a:spcBef>
                <a:spcPts val="3000"/>
              </a:spcBef>
              <a:spcAft>
                <a:spcPts val="0"/>
              </a:spcAft>
              <a:buClr>
                <a:schemeClr val="dk1"/>
              </a:buClr>
              <a:buSzPts val="4800"/>
              <a:buFont typeface="Arial"/>
              <a:buNone/>
              <a:defRPr b="0" i="0" sz="4800" u="none" cap="none" strike="noStrike">
                <a:solidFill>
                  <a:srgbClr val="000000"/>
                </a:solidFill>
                <a:latin typeface="Arial"/>
                <a:ea typeface="Arial"/>
                <a:cs typeface="Arial"/>
                <a:sym typeface="Arial"/>
              </a:defRPr>
            </a:lvl1pPr>
            <a:lvl2pPr indent="-228600" lvl="1" marL="914400" marR="0" rtl="0" algn="l">
              <a:lnSpc>
                <a:spcPct val="90000"/>
              </a:lnSpc>
              <a:spcBef>
                <a:spcPts val="1500"/>
              </a:spcBef>
              <a:spcAft>
                <a:spcPts val="0"/>
              </a:spcAft>
              <a:buClr>
                <a:schemeClr val="dk1"/>
              </a:buClr>
              <a:buSzPts val="4200"/>
              <a:buFont typeface="Arial"/>
              <a:buNone/>
              <a:defRPr b="0" i="0" sz="4200" u="none" cap="none" strike="noStrike">
                <a:solidFill>
                  <a:srgbClr val="000000"/>
                </a:solidFill>
                <a:latin typeface="Arial"/>
                <a:ea typeface="Arial"/>
                <a:cs typeface="Arial"/>
                <a:sym typeface="Arial"/>
              </a:defRPr>
            </a:lvl2pPr>
            <a:lvl3pPr indent="-228600" lvl="2" marL="1371600" marR="0" rtl="0" algn="l">
              <a:lnSpc>
                <a:spcPct val="90000"/>
              </a:lnSpc>
              <a:spcBef>
                <a:spcPts val="1500"/>
              </a:spcBef>
              <a:spcAft>
                <a:spcPts val="0"/>
              </a:spcAft>
              <a:buClr>
                <a:schemeClr val="dk1"/>
              </a:buClr>
              <a:buSzPts val="3600"/>
              <a:buFont typeface="Arial"/>
              <a:buNone/>
              <a:defRPr b="0" i="0" sz="3600" u="none" cap="none" strike="noStrike">
                <a:solidFill>
                  <a:srgbClr val="000000"/>
                </a:solidFill>
                <a:latin typeface="Arial"/>
                <a:ea typeface="Arial"/>
                <a:cs typeface="Arial"/>
                <a:sym typeface="Arial"/>
              </a:defRPr>
            </a:lvl3pPr>
            <a:lvl4pPr indent="-228600" lvl="3" marL="1828800" marR="0" rtl="0" algn="l">
              <a:lnSpc>
                <a:spcPct val="90000"/>
              </a:lnSpc>
              <a:spcBef>
                <a:spcPts val="1500"/>
              </a:spcBef>
              <a:spcAft>
                <a:spcPts val="0"/>
              </a:spcAft>
              <a:buClr>
                <a:schemeClr val="dk1"/>
              </a:buClr>
              <a:buSzPts val="3000"/>
              <a:buFont typeface="Arial"/>
              <a:buNone/>
              <a:defRPr b="0" i="0" sz="3000" u="none" cap="none" strike="noStrike">
                <a:solidFill>
                  <a:srgbClr val="000000"/>
                </a:solidFill>
                <a:latin typeface="Arial"/>
                <a:ea typeface="Arial"/>
                <a:cs typeface="Arial"/>
                <a:sym typeface="Arial"/>
              </a:defRPr>
            </a:lvl4pPr>
            <a:lvl5pPr indent="-228600" lvl="4" marL="2286000" marR="0" rtl="0" algn="l">
              <a:lnSpc>
                <a:spcPct val="90000"/>
              </a:lnSpc>
              <a:spcBef>
                <a:spcPts val="1500"/>
              </a:spcBef>
              <a:spcAft>
                <a:spcPts val="0"/>
              </a:spcAft>
              <a:buClr>
                <a:schemeClr val="dk1"/>
              </a:buClr>
              <a:buSzPts val="3000"/>
              <a:buFont typeface="Arial"/>
              <a:buNone/>
              <a:defRPr b="0" i="0" sz="3000" u="none" cap="none" strike="noStrike">
                <a:solidFill>
                  <a:srgbClr val="000000"/>
                </a:solidFill>
                <a:latin typeface="Arial"/>
                <a:ea typeface="Arial"/>
                <a:cs typeface="Arial"/>
                <a:sym typeface="Arial"/>
              </a:defRPr>
            </a:lvl5pPr>
            <a:lvl6pPr indent="-228600" lvl="5" marL="2743200" marR="0" rtl="0" algn="l">
              <a:lnSpc>
                <a:spcPct val="90000"/>
              </a:lnSpc>
              <a:spcBef>
                <a:spcPts val="1500"/>
              </a:spcBef>
              <a:spcAft>
                <a:spcPts val="0"/>
              </a:spcAft>
              <a:buClr>
                <a:schemeClr val="dk1"/>
              </a:buClr>
              <a:buSzPts val="3000"/>
              <a:buFont typeface="Arial"/>
              <a:buNone/>
              <a:defRPr b="0" i="0" sz="3000" u="none" cap="none" strike="noStrike">
                <a:solidFill>
                  <a:srgbClr val="000000"/>
                </a:solidFill>
                <a:latin typeface="Arial"/>
                <a:ea typeface="Arial"/>
                <a:cs typeface="Arial"/>
                <a:sym typeface="Arial"/>
              </a:defRPr>
            </a:lvl6pPr>
            <a:lvl7pPr indent="-228600" lvl="6" marL="3200400" marR="0" rtl="0" algn="l">
              <a:lnSpc>
                <a:spcPct val="90000"/>
              </a:lnSpc>
              <a:spcBef>
                <a:spcPts val="1500"/>
              </a:spcBef>
              <a:spcAft>
                <a:spcPts val="0"/>
              </a:spcAft>
              <a:buClr>
                <a:schemeClr val="dk1"/>
              </a:buClr>
              <a:buSzPts val="3000"/>
              <a:buFont typeface="Arial"/>
              <a:buNone/>
              <a:defRPr b="0" i="0" sz="3000" u="none" cap="none" strike="noStrike">
                <a:solidFill>
                  <a:srgbClr val="000000"/>
                </a:solidFill>
                <a:latin typeface="Arial"/>
                <a:ea typeface="Arial"/>
                <a:cs typeface="Arial"/>
                <a:sym typeface="Arial"/>
              </a:defRPr>
            </a:lvl7pPr>
            <a:lvl8pPr indent="-228600" lvl="7" marL="3657600" marR="0" rtl="0" algn="l">
              <a:lnSpc>
                <a:spcPct val="90000"/>
              </a:lnSpc>
              <a:spcBef>
                <a:spcPts val="1500"/>
              </a:spcBef>
              <a:spcAft>
                <a:spcPts val="0"/>
              </a:spcAft>
              <a:buClr>
                <a:schemeClr val="dk1"/>
              </a:buClr>
              <a:buSzPts val="3000"/>
              <a:buFont typeface="Arial"/>
              <a:buNone/>
              <a:defRPr b="0" i="0" sz="3000" u="none" cap="none" strike="noStrike">
                <a:solidFill>
                  <a:srgbClr val="000000"/>
                </a:solidFill>
                <a:latin typeface="Arial"/>
                <a:ea typeface="Arial"/>
                <a:cs typeface="Arial"/>
                <a:sym typeface="Arial"/>
              </a:defRPr>
            </a:lvl8pPr>
            <a:lvl9pPr indent="-228600" lvl="8" marL="4114800" marR="0" rtl="0" algn="l">
              <a:lnSpc>
                <a:spcPct val="90000"/>
              </a:lnSpc>
              <a:spcBef>
                <a:spcPts val="1500"/>
              </a:spcBef>
              <a:spcAft>
                <a:spcPts val="0"/>
              </a:spcAft>
              <a:buClr>
                <a:schemeClr val="dk1"/>
              </a:buClr>
              <a:buSzPts val="3000"/>
              <a:buFont typeface="Arial"/>
              <a:buNone/>
              <a:defRPr b="0" i="0" sz="3000" u="none" cap="none" strike="noStrike">
                <a:solidFill>
                  <a:srgbClr val="000000"/>
                </a:solidFill>
                <a:latin typeface="Arial"/>
                <a:ea typeface="Arial"/>
                <a:cs typeface="Arial"/>
                <a:sym typeface="Arial"/>
              </a:defRPr>
            </a:lvl9pPr>
          </a:lstStyle>
          <a:p/>
        </p:txBody>
      </p:sp>
      <p:sp>
        <p:nvSpPr>
          <p:cNvPr id="67" name="Google Shape;67;p10"/>
          <p:cNvSpPr txBox="1"/>
          <p:nvPr>
            <p:ph idx="10" type="dt"/>
          </p:nvPr>
        </p:nvSpPr>
        <p:spPr>
          <a:xfrm>
            <a:off x="2514600" y="19069052"/>
            <a:ext cx="8229600" cy="1095375"/>
          </a:xfrm>
          <a:prstGeom prst="rect">
            <a:avLst/>
          </a:prstGeom>
          <a:noFill/>
          <a:ln>
            <a:noFill/>
          </a:ln>
        </p:spPr>
        <p:txBody>
          <a:bodyPr anchorCtr="0" anchor="ctr"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68" name="Google Shape;68;p10"/>
          <p:cNvSpPr txBox="1"/>
          <p:nvPr>
            <p:ph idx="11" type="ftr"/>
          </p:nvPr>
        </p:nvSpPr>
        <p:spPr>
          <a:xfrm>
            <a:off x="12115800" y="19069052"/>
            <a:ext cx="12344400" cy="1095375"/>
          </a:xfrm>
          <a:prstGeom prst="rect">
            <a:avLst/>
          </a:prstGeom>
          <a:noFill/>
          <a:ln>
            <a:noFill/>
          </a:ln>
        </p:spPr>
        <p:txBody>
          <a:bodyPr anchorCtr="0" anchor="ctr" bIns="45700" lIns="91425" spcFirstLastPara="1" rIns="91425" wrap="square" tIns="45700">
            <a:noAutofit/>
          </a:bodyPr>
          <a:lstStyle>
            <a:lvl1pPr lvl="0" marR="0" rtl="0" algn="ctr">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69" name="Google Shape;69;p10"/>
          <p:cNvSpPr txBox="1"/>
          <p:nvPr>
            <p:ph idx="12" type="sldNum"/>
          </p:nvPr>
        </p:nvSpPr>
        <p:spPr>
          <a:xfrm>
            <a:off x="25831800" y="19069052"/>
            <a:ext cx="8229600" cy="1095375"/>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1pPr>
            <a:lvl2pPr indent="0" lvl="1" marL="0" marR="0" rtl="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2pPr>
            <a:lvl3pPr indent="0" lvl="2" marL="0" marR="0" rtl="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3pPr>
            <a:lvl4pPr indent="0" lvl="3" marL="0" marR="0" rtl="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4pPr>
            <a:lvl5pPr indent="0" lvl="4" marL="0" marR="0" rtl="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5pPr>
            <a:lvl6pPr indent="0" lvl="5" marL="0" marR="0" rtl="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6pPr>
            <a:lvl7pPr indent="0" lvl="6" marL="0" marR="0" rtl="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7pPr>
            <a:lvl8pPr indent="0" lvl="7" marL="0" marR="0" rtl="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8pPr>
            <a:lvl9pPr indent="0" lvl="8" marL="0" marR="0" rtl="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IN"/>
              <a:t>‹#›</a:t>
            </a:fld>
            <a:endParaRPr/>
          </a:p>
        </p:txBody>
      </p:sp>
    </p:spTree>
  </p:cSld>
  <p:clrMapOvr>
    <a:masterClrMapping/>
  </p:clrMapOvr>
  <mc:AlternateContent>
    <mc:Choice Requires="p14">
      <p:transition spd="slow" p14:dur="900">
        <p:fade thruBlk="1"/>
      </p:transition>
    </mc:Choice>
    <mc:Fallback>
      <p:transition spd="slow">
        <p:fade/>
      </p:transition>
    </mc:Fallback>
  </mc:AlternateContent>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0" name="Shape 70"/>
        <p:cNvGrpSpPr/>
        <p:nvPr/>
      </p:nvGrpSpPr>
      <p:grpSpPr>
        <a:xfrm>
          <a:off x="0" y="0"/>
          <a:ext cx="0" cy="0"/>
          <a:chOff x="0" y="0"/>
          <a:chExt cx="0" cy="0"/>
        </a:xfrm>
      </p:grpSpPr>
      <p:sp>
        <p:nvSpPr>
          <p:cNvPr id="71" name="Google Shape;71;p11"/>
          <p:cNvSpPr txBox="1"/>
          <p:nvPr>
            <p:ph type="title"/>
          </p:nvPr>
        </p:nvSpPr>
        <p:spPr>
          <a:xfrm>
            <a:off x="2514600" y="1095377"/>
            <a:ext cx="31546800" cy="3976689"/>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dk1"/>
              </a:buClr>
              <a:buSzPts val="1800"/>
              <a:buFont typeface="Arial"/>
              <a:buNone/>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72" name="Google Shape;72;p11"/>
          <p:cNvSpPr txBox="1"/>
          <p:nvPr>
            <p:ph idx="1" type="body"/>
          </p:nvPr>
        </p:nvSpPr>
        <p:spPr>
          <a:xfrm rot="5400000">
            <a:off x="11760993" y="-3769518"/>
            <a:ext cx="13054014" cy="31546800"/>
          </a:xfrm>
          <a:prstGeom prst="rect">
            <a:avLst/>
          </a:prstGeom>
          <a:noFill/>
          <a:ln>
            <a:noFill/>
          </a:ln>
        </p:spPr>
        <p:txBody>
          <a:bodyPr anchorCtr="0" anchor="t" bIns="45700" lIns="91425" spcFirstLastPara="1" rIns="91425" wrap="square" tIns="45700">
            <a:normAutofit/>
          </a:bodyPr>
          <a:lstStyle>
            <a:lvl1pPr indent="-342900" lvl="0" marL="457200" marR="0" rtl="0" algn="l">
              <a:lnSpc>
                <a:spcPct val="90000"/>
              </a:lnSpc>
              <a:spcBef>
                <a:spcPts val="3000"/>
              </a:spcBef>
              <a:spcAft>
                <a:spcPts val="0"/>
              </a:spcAft>
              <a:buClr>
                <a:schemeClr val="dk1"/>
              </a:buClr>
              <a:buSzPts val="1800"/>
              <a:buFont typeface="Arial"/>
              <a:buChar char="•"/>
              <a:defRPr b="0" i="0" sz="1400" u="none" cap="none" strike="noStrike">
                <a:solidFill>
                  <a:srgbClr val="000000"/>
                </a:solidFill>
                <a:latin typeface="Arial"/>
                <a:ea typeface="Arial"/>
                <a:cs typeface="Arial"/>
                <a:sym typeface="Arial"/>
              </a:defRPr>
            </a:lvl1pPr>
            <a:lvl2pPr indent="-342900" lvl="1" marL="914400" marR="0" rtl="0" algn="l">
              <a:lnSpc>
                <a:spcPct val="90000"/>
              </a:lnSpc>
              <a:spcBef>
                <a:spcPts val="1500"/>
              </a:spcBef>
              <a:spcAft>
                <a:spcPts val="0"/>
              </a:spcAft>
              <a:buClr>
                <a:schemeClr val="dk1"/>
              </a:buClr>
              <a:buSzPts val="1800"/>
              <a:buFont typeface="Arial"/>
              <a:buChar char="•"/>
              <a:defRPr b="0" i="0" sz="1400" u="none" cap="none" strike="noStrike">
                <a:solidFill>
                  <a:srgbClr val="000000"/>
                </a:solidFill>
                <a:latin typeface="Arial"/>
                <a:ea typeface="Arial"/>
                <a:cs typeface="Arial"/>
                <a:sym typeface="Arial"/>
              </a:defRPr>
            </a:lvl2pPr>
            <a:lvl3pPr indent="-342900" lvl="2" marL="1371600" marR="0" rtl="0" algn="l">
              <a:lnSpc>
                <a:spcPct val="90000"/>
              </a:lnSpc>
              <a:spcBef>
                <a:spcPts val="1500"/>
              </a:spcBef>
              <a:spcAft>
                <a:spcPts val="0"/>
              </a:spcAft>
              <a:buClr>
                <a:schemeClr val="dk1"/>
              </a:buClr>
              <a:buSzPts val="1800"/>
              <a:buFont typeface="Arial"/>
              <a:buChar char="•"/>
              <a:defRPr b="0" i="0" sz="1400" u="none" cap="none" strike="noStrike">
                <a:solidFill>
                  <a:srgbClr val="000000"/>
                </a:solidFill>
                <a:latin typeface="Arial"/>
                <a:ea typeface="Arial"/>
                <a:cs typeface="Arial"/>
                <a:sym typeface="Arial"/>
              </a:defRPr>
            </a:lvl3pPr>
            <a:lvl4pPr indent="-342900" lvl="3" marL="1828800" marR="0" rtl="0" algn="l">
              <a:lnSpc>
                <a:spcPct val="90000"/>
              </a:lnSpc>
              <a:spcBef>
                <a:spcPts val="1500"/>
              </a:spcBef>
              <a:spcAft>
                <a:spcPts val="0"/>
              </a:spcAft>
              <a:buClr>
                <a:schemeClr val="dk1"/>
              </a:buClr>
              <a:buSzPts val="1800"/>
              <a:buFont typeface="Arial"/>
              <a:buChar char="•"/>
              <a:defRPr b="0" i="0" sz="1400" u="none" cap="none" strike="noStrike">
                <a:solidFill>
                  <a:srgbClr val="000000"/>
                </a:solidFill>
                <a:latin typeface="Arial"/>
                <a:ea typeface="Arial"/>
                <a:cs typeface="Arial"/>
                <a:sym typeface="Arial"/>
              </a:defRPr>
            </a:lvl4pPr>
            <a:lvl5pPr indent="-342900" lvl="4" marL="2286000" marR="0" rtl="0" algn="l">
              <a:lnSpc>
                <a:spcPct val="90000"/>
              </a:lnSpc>
              <a:spcBef>
                <a:spcPts val="1500"/>
              </a:spcBef>
              <a:spcAft>
                <a:spcPts val="0"/>
              </a:spcAft>
              <a:buClr>
                <a:schemeClr val="dk1"/>
              </a:buClr>
              <a:buSzPts val="1800"/>
              <a:buFont typeface="Arial"/>
              <a:buChar char="•"/>
              <a:defRPr b="0" i="0" sz="1400" u="none" cap="none" strike="noStrike">
                <a:solidFill>
                  <a:srgbClr val="000000"/>
                </a:solidFill>
                <a:latin typeface="Arial"/>
                <a:ea typeface="Arial"/>
                <a:cs typeface="Arial"/>
                <a:sym typeface="Arial"/>
              </a:defRPr>
            </a:lvl5pPr>
            <a:lvl6pPr indent="-342900" lvl="5" marL="2743200" marR="0" rtl="0" algn="l">
              <a:lnSpc>
                <a:spcPct val="90000"/>
              </a:lnSpc>
              <a:spcBef>
                <a:spcPts val="1500"/>
              </a:spcBef>
              <a:spcAft>
                <a:spcPts val="0"/>
              </a:spcAft>
              <a:buClr>
                <a:schemeClr val="dk1"/>
              </a:buClr>
              <a:buSzPts val="1800"/>
              <a:buFont typeface="Arial"/>
              <a:buChar char="•"/>
              <a:defRPr b="0" i="0" sz="1400" u="none" cap="none" strike="noStrike">
                <a:solidFill>
                  <a:srgbClr val="000000"/>
                </a:solidFill>
                <a:latin typeface="Arial"/>
                <a:ea typeface="Arial"/>
                <a:cs typeface="Arial"/>
                <a:sym typeface="Arial"/>
              </a:defRPr>
            </a:lvl6pPr>
            <a:lvl7pPr indent="-342900" lvl="6" marL="3200400" marR="0" rtl="0" algn="l">
              <a:lnSpc>
                <a:spcPct val="90000"/>
              </a:lnSpc>
              <a:spcBef>
                <a:spcPts val="1500"/>
              </a:spcBef>
              <a:spcAft>
                <a:spcPts val="0"/>
              </a:spcAft>
              <a:buClr>
                <a:schemeClr val="dk1"/>
              </a:buClr>
              <a:buSzPts val="1800"/>
              <a:buFont typeface="Arial"/>
              <a:buChar char="•"/>
              <a:defRPr b="0" i="0" sz="1400" u="none" cap="none" strike="noStrike">
                <a:solidFill>
                  <a:srgbClr val="000000"/>
                </a:solidFill>
                <a:latin typeface="Arial"/>
                <a:ea typeface="Arial"/>
                <a:cs typeface="Arial"/>
                <a:sym typeface="Arial"/>
              </a:defRPr>
            </a:lvl7pPr>
            <a:lvl8pPr indent="-342900" lvl="7" marL="3657600" marR="0" rtl="0" algn="l">
              <a:lnSpc>
                <a:spcPct val="90000"/>
              </a:lnSpc>
              <a:spcBef>
                <a:spcPts val="1500"/>
              </a:spcBef>
              <a:spcAft>
                <a:spcPts val="0"/>
              </a:spcAft>
              <a:buClr>
                <a:schemeClr val="dk1"/>
              </a:buClr>
              <a:buSzPts val="1800"/>
              <a:buFont typeface="Arial"/>
              <a:buChar char="•"/>
              <a:defRPr b="0" i="0" sz="1400" u="none" cap="none" strike="noStrike">
                <a:solidFill>
                  <a:srgbClr val="000000"/>
                </a:solidFill>
                <a:latin typeface="Arial"/>
                <a:ea typeface="Arial"/>
                <a:cs typeface="Arial"/>
                <a:sym typeface="Arial"/>
              </a:defRPr>
            </a:lvl8pPr>
            <a:lvl9pPr indent="-342900" lvl="8" marL="4114800" marR="0" rtl="0" algn="l">
              <a:lnSpc>
                <a:spcPct val="90000"/>
              </a:lnSpc>
              <a:spcBef>
                <a:spcPts val="1500"/>
              </a:spcBef>
              <a:spcAft>
                <a:spcPts val="0"/>
              </a:spcAft>
              <a:buClr>
                <a:schemeClr val="dk1"/>
              </a:buClr>
              <a:buSzPts val="1800"/>
              <a:buFont typeface="Arial"/>
              <a:buChar char="•"/>
              <a:defRPr b="0" i="0" sz="1400" u="none" cap="none" strike="noStrike">
                <a:solidFill>
                  <a:srgbClr val="000000"/>
                </a:solidFill>
                <a:latin typeface="Arial"/>
                <a:ea typeface="Arial"/>
                <a:cs typeface="Arial"/>
                <a:sym typeface="Arial"/>
              </a:defRPr>
            </a:lvl9pPr>
          </a:lstStyle>
          <a:p/>
        </p:txBody>
      </p:sp>
      <p:sp>
        <p:nvSpPr>
          <p:cNvPr id="73" name="Google Shape;73;p11"/>
          <p:cNvSpPr txBox="1"/>
          <p:nvPr>
            <p:ph idx="10" type="dt"/>
          </p:nvPr>
        </p:nvSpPr>
        <p:spPr>
          <a:xfrm>
            <a:off x="2514600" y="19069052"/>
            <a:ext cx="8229600" cy="1095375"/>
          </a:xfrm>
          <a:prstGeom prst="rect">
            <a:avLst/>
          </a:prstGeom>
          <a:noFill/>
          <a:ln>
            <a:noFill/>
          </a:ln>
        </p:spPr>
        <p:txBody>
          <a:bodyPr anchorCtr="0" anchor="ctr"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74" name="Google Shape;74;p11"/>
          <p:cNvSpPr txBox="1"/>
          <p:nvPr>
            <p:ph idx="11" type="ftr"/>
          </p:nvPr>
        </p:nvSpPr>
        <p:spPr>
          <a:xfrm>
            <a:off x="12115800" y="19069052"/>
            <a:ext cx="12344400" cy="1095375"/>
          </a:xfrm>
          <a:prstGeom prst="rect">
            <a:avLst/>
          </a:prstGeom>
          <a:noFill/>
          <a:ln>
            <a:noFill/>
          </a:ln>
        </p:spPr>
        <p:txBody>
          <a:bodyPr anchorCtr="0" anchor="ctr" bIns="45700" lIns="91425" spcFirstLastPara="1" rIns="91425" wrap="square" tIns="45700">
            <a:noAutofit/>
          </a:bodyPr>
          <a:lstStyle>
            <a:lvl1pPr lvl="0" marR="0" rtl="0" algn="ctr">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75" name="Google Shape;75;p11"/>
          <p:cNvSpPr txBox="1"/>
          <p:nvPr>
            <p:ph idx="12" type="sldNum"/>
          </p:nvPr>
        </p:nvSpPr>
        <p:spPr>
          <a:xfrm>
            <a:off x="25831800" y="19069052"/>
            <a:ext cx="8229600" cy="1095375"/>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1pPr>
            <a:lvl2pPr indent="0" lvl="1" marL="0" marR="0" rtl="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2pPr>
            <a:lvl3pPr indent="0" lvl="2" marL="0" marR="0" rtl="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3pPr>
            <a:lvl4pPr indent="0" lvl="3" marL="0" marR="0" rtl="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4pPr>
            <a:lvl5pPr indent="0" lvl="4" marL="0" marR="0" rtl="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5pPr>
            <a:lvl6pPr indent="0" lvl="5" marL="0" marR="0" rtl="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6pPr>
            <a:lvl7pPr indent="0" lvl="6" marL="0" marR="0" rtl="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7pPr>
            <a:lvl8pPr indent="0" lvl="7" marL="0" marR="0" rtl="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8pPr>
            <a:lvl9pPr indent="0" lvl="8" marL="0" marR="0" rtl="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IN"/>
              <a:t>‹#›</a:t>
            </a:fld>
            <a:endParaRPr/>
          </a:p>
        </p:txBody>
      </p:sp>
    </p:spTree>
  </p:cSld>
  <p:clrMapOvr>
    <a:masterClrMapping/>
  </p:clrMapOvr>
  <mc:AlternateContent>
    <mc:Choice Requires="p14">
      <p:transition spd="slow" p14:dur="900">
        <p:fade thruBlk="1"/>
      </p:transition>
    </mc:Choice>
    <mc:Fallback>
      <p:transition spd="slow">
        <p:fade/>
      </p:transition>
    </mc:Fallback>
  </mc:AlternateContent>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76" name="Shape 76"/>
        <p:cNvGrpSpPr/>
        <p:nvPr/>
      </p:nvGrpSpPr>
      <p:grpSpPr>
        <a:xfrm>
          <a:off x="0" y="0"/>
          <a:ext cx="0" cy="0"/>
          <a:chOff x="0" y="0"/>
          <a:chExt cx="0" cy="0"/>
        </a:xfrm>
      </p:grpSpPr>
      <p:sp>
        <p:nvSpPr>
          <p:cNvPr id="77" name="Google Shape;77;p12"/>
          <p:cNvSpPr txBox="1"/>
          <p:nvPr>
            <p:ph type="title"/>
          </p:nvPr>
        </p:nvSpPr>
        <p:spPr>
          <a:xfrm rot="5400000">
            <a:off x="21400293" y="5869782"/>
            <a:ext cx="17435514" cy="7886700"/>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dk1"/>
              </a:buClr>
              <a:buSzPts val="1800"/>
              <a:buFont typeface="Arial"/>
              <a:buNone/>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78" name="Google Shape;78;p12"/>
          <p:cNvSpPr txBox="1"/>
          <p:nvPr>
            <p:ph idx="1" type="body"/>
          </p:nvPr>
        </p:nvSpPr>
        <p:spPr>
          <a:xfrm rot="5400000">
            <a:off x="5398293" y="-1788318"/>
            <a:ext cx="17435514" cy="23202900"/>
          </a:xfrm>
          <a:prstGeom prst="rect">
            <a:avLst/>
          </a:prstGeom>
          <a:noFill/>
          <a:ln>
            <a:noFill/>
          </a:ln>
        </p:spPr>
        <p:txBody>
          <a:bodyPr anchorCtr="0" anchor="t" bIns="45700" lIns="91425" spcFirstLastPara="1" rIns="91425" wrap="square" tIns="45700">
            <a:normAutofit/>
          </a:bodyPr>
          <a:lstStyle>
            <a:lvl1pPr indent="-342900" lvl="0" marL="457200" marR="0" rtl="0" algn="l">
              <a:lnSpc>
                <a:spcPct val="90000"/>
              </a:lnSpc>
              <a:spcBef>
                <a:spcPts val="3000"/>
              </a:spcBef>
              <a:spcAft>
                <a:spcPts val="0"/>
              </a:spcAft>
              <a:buClr>
                <a:schemeClr val="dk1"/>
              </a:buClr>
              <a:buSzPts val="1800"/>
              <a:buFont typeface="Arial"/>
              <a:buChar char="•"/>
              <a:defRPr b="0" i="0" sz="1400" u="none" cap="none" strike="noStrike">
                <a:solidFill>
                  <a:srgbClr val="000000"/>
                </a:solidFill>
                <a:latin typeface="Arial"/>
                <a:ea typeface="Arial"/>
                <a:cs typeface="Arial"/>
                <a:sym typeface="Arial"/>
              </a:defRPr>
            </a:lvl1pPr>
            <a:lvl2pPr indent="-342900" lvl="1" marL="914400" marR="0" rtl="0" algn="l">
              <a:lnSpc>
                <a:spcPct val="90000"/>
              </a:lnSpc>
              <a:spcBef>
                <a:spcPts val="1500"/>
              </a:spcBef>
              <a:spcAft>
                <a:spcPts val="0"/>
              </a:spcAft>
              <a:buClr>
                <a:schemeClr val="dk1"/>
              </a:buClr>
              <a:buSzPts val="1800"/>
              <a:buFont typeface="Arial"/>
              <a:buChar char="•"/>
              <a:defRPr b="0" i="0" sz="1400" u="none" cap="none" strike="noStrike">
                <a:solidFill>
                  <a:srgbClr val="000000"/>
                </a:solidFill>
                <a:latin typeface="Arial"/>
                <a:ea typeface="Arial"/>
                <a:cs typeface="Arial"/>
                <a:sym typeface="Arial"/>
              </a:defRPr>
            </a:lvl2pPr>
            <a:lvl3pPr indent="-342900" lvl="2" marL="1371600" marR="0" rtl="0" algn="l">
              <a:lnSpc>
                <a:spcPct val="90000"/>
              </a:lnSpc>
              <a:spcBef>
                <a:spcPts val="1500"/>
              </a:spcBef>
              <a:spcAft>
                <a:spcPts val="0"/>
              </a:spcAft>
              <a:buClr>
                <a:schemeClr val="dk1"/>
              </a:buClr>
              <a:buSzPts val="1800"/>
              <a:buFont typeface="Arial"/>
              <a:buChar char="•"/>
              <a:defRPr b="0" i="0" sz="1400" u="none" cap="none" strike="noStrike">
                <a:solidFill>
                  <a:srgbClr val="000000"/>
                </a:solidFill>
                <a:latin typeface="Arial"/>
                <a:ea typeface="Arial"/>
                <a:cs typeface="Arial"/>
                <a:sym typeface="Arial"/>
              </a:defRPr>
            </a:lvl3pPr>
            <a:lvl4pPr indent="-342900" lvl="3" marL="1828800" marR="0" rtl="0" algn="l">
              <a:lnSpc>
                <a:spcPct val="90000"/>
              </a:lnSpc>
              <a:spcBef>
                <a:spcPts val="1500"/>
              </a:spcBef>
              <a:spcAft>
                <a:spcPts val="0"/>
              </a:spcAft>
              <a:buClr>
                <a:schemeClr val="dk1"/>
              </a:buClr>
              <a:buSzPts val="1800"/>
              <a:buFont typeface="Arial"/>
              <a:buChar char="•"/>
              <a:defRPr b="0" i="0" sz="1400" u="none" cap="none" strike="noStrike">
                <a:solidFill>
                  <a:srgbClr val="000000"/>
                </a:solidFill>
                <a:latin typeface="Arial"/>
                <a:ea typeface="Arial"/>
                <a:cs typeface="Arial"/>
                <a:sym typeface="Arial"/>
              </a:defRPr>
            </a:lvl4pPr>
            <a:lvl5pPr indent="-342900" lvl="4" marL="2286000" marR="0" rtl="0" algn="l">
              <a:lnSpc>
                <a:spcPct val="90000"/>
              </a:lnSpc>
              <a:spcBef>
                <a:spcPts val="1500"/>
              </a:spcBef>
              <a:spcAft>
                <a:spcPts val="0"/>
              </a:spcAft>
              <a:buClr>
                <a:schemeClr val="dk1"/>
              </a:buClr>
              <a:buSzPts val="1800"/>
              <a:buFont typeface="Arial"/>
              <a:buChar char="•"/>
              <a:defRPr b="0" i="0" sz="1400" u="none" cap="none" strike="noStrike">
                <a:solidFill>
                  <a:srgbClr val="000000"/>
                </a:solidFill>
                <a:latin typeface="Arial"/>
                <a:ea typeface="Arial"/>
                <a:cs typeface="Arial"/>
                <a:sym typeface="Arial"/>
              </a:defRPr>
            </a:lvl5pPr>
            <a:lvl6pPr indent="-342900" lvl="5" marL="2743200" marR="0" rtl="0" algn="l">
              <a:lnSpc>
                <a:spcPct val="90000"/>
              </a:lnSpc>
              <a:spcBef>
                <a:spcPts val="1500"/>
              </a:spcBef>
              <a:spcAft>
                <a:spcPts val="0"/>
              </a:spcAft>
              <a:buClr>
                <a:schemeClr val="dk1"/>
              </a:buClr>
              <a:buSzPts val="1800"/>
              <a:buFont typeface="Arial"/>
              <a:buChar char="•"/>
              <a:defRPr b="0" i="0" sz="1400" u="none" cap="none" strike="noStrike">
                <a:solidFill>
                  <a:srgbClr val="000000"/>
                </a:solidFill>
                <a:latin typeface="Arial"/>
                <a:ea typeface="Arial"/>
                <a:cs typeface="Arial"/>
                <a:sym typeface="Arial"/>
              </a:defRPr>
            </a:lvl6pPr>
            <a:lvl7pPr indent="-342900" lvl="6" marL="3200400" marR="0" rtl="0" algn="l">
              <a:lnSpc>
                <a:spcPct val="90000"/>
              </a:lnSpc>
              <a:spcBef>
                <a:spcPts val="1500"/>
              </a:spcBef>
              <a:spcAft>
                <a:spcPts val="0"/>
              </a:spcAft>
              <a:buClr>
                <a:schemeClr val="dk1"/>
              </a:buClr>
              <a:buSzPts val="1800"/>
              <a:buFont typeface="Arial"/>
              <a:buChar char="•"/>
              <a:defRPr b="0" i="0" sz="1400" u="none" cap="none" strike="noStrike">
                <a:solidFill>
                  <a:srgbClr val="000000"/>
                </a:solidFill>
                <a:latin typeface="Arial"/>
                <a:ea typeface="Arial"/>
                <a:cs typeface="Arial"/>
                <a:sym typeface="Arial"/>
              </a:defRPr>
            </a:lvl7pPr>
            <a:lvl8pPr indent="-342900" lvl="7" marL="3657600" marR="0" rtl="0" algn="l">
              <a:lnSpc>
                <a:spcPct val="90000"/>
              </a:lnSpc>
              <a:spcBef>
                <a:spcPts val="1500"/>
              </a:spcBef>
              <a:spcAft>
                <a:spcPts val="0"/>
              </a:spcAft>
              <a:buClr>
                <a:schemeClr val="dk1"/>
              </a:buClr>
              <a:buSzPts val="1800"/>
              <a:buFont typeface="Arial"/>
              <a:buChar char="•"/>
              <a:defRPr b="0" i="0" sz="1400" u="none" cap="none" strike="noStrike">
                <a:solidFill>
                  <a:srgbClr val="000000"/>
                </a:solidFill>
                <a:latin typeface="Arial"/>
                <a:ea typeface="Arial"/>
                <a:cs typeface="Arial"/>
                <a:sym typeface="Arial"/>
              </a:defRPr>
            </a:lvl8pPr>
            <a:lvl9pPr indent="-342900" lvl="8" marL="4114800" marR="0" rtl="0" algn="l">
              <a:lnSpc>
                <a:spcPct val="90000"/>
              </a:lnSpc>
              <a:spcBef>
                <a:spcPts val="1500"/>
              </a:spcBef>
              <a:spcAft>
                <a:spcPts val="0"/>
              </a:spcAft>
              <a:buClr>
                <a:schemeClr val="dk1"/>
              </a:buClr>
              <a:buSzPts val="1800"/>
              <a:buFont typeface="Arial"/>
              <a:buChar char="•"/>
              <a:defRPr b="0" i="0" sz="1400" u="none" cap="none" strike="noStrike">
                <a:solidFill>
                  <a:srgbClr val="000000"/>
                </a:solidFill>
                <a:latin typeface="Arial"/>
                <a:ea typeface="Arial"/>
                <a:cs typeface="Arial"/>
                <a:sym typeface="Arial"/>
              </a:defRPr>
            </a:lvl9pPr>
          </a:lstStyle>
          <a:p/>
        </p:txBody>
      </p:sp>
      <p:sp>
        <p:nvSpPr>
          <p:cNvPr id="79" name="Google Shape;79;p12"/>
          <p:cNvSpPr txBox="1"/>
          <p:nvPr>
            <p:ph idx="10" type="dt"/>
          </p:nvPr>
        </p:nvSpPr>
        <p:spPr>
          <a:xfrm>
            <a:off x="2514600" y="19069052"/>
            <a:ext cx="8229600" cy="1095375"/>
          </a:xfrm>
          <a:prstGeom prst="rect">
            <a:avLst/>
          </a:prstGeom>
          <a:noFill/>
          <a:ln>
            <a:noFill/>
          </a:ln>
        </p:spPr>
        <p:txBody>
          <a:bodyPr anchorCtr="0" anchor="ctr"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0" name="Google Shape;80;p12"/>
          <p:cNvSpPr txBox="1"/>
          <p:nvPr>
            <p:ph idx="11" type="ftr"/>
          </p:nvPr>
        </p:nvSpPr>
        <p:spPr>
          <a:xfrm>
            <a:off x="12115800" y="19069052"/>
            <a:ext cx="12344400" cy="1095375"/>
          </a:xfrm>
          <a:prstGeom prst="rect">
            <a:avLst/>
          </a:prstGeom>
          <a:noFill/>
          <a:ln>
            <a:noFill/>
          </a:ln>
        </p:spPr>
        <p:txBody>
          <a:bodyPr anchorCtr="0" anchor="ctr" bIns="45700" lIns="91425" spcFirstLastPara="1" rIns="91425" wrap="square" tIns="45700">
            <a:noAutofit/>
          </a:bodyPr>
          <a:lstStyle>
            <a:lvl1pPr lvl="0" marR="0" rtl="0" algn="ctr">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1" name="Google Shape;81;p12"/>
          <p:cNvSpPr txBox="1"/>
          <p:nvPr>
            <p:ph idx="12" type="sldNum"/>
          </p:nvPr>
        </p:nvSpPr>
        <p:spPr>
          <a:xfrm>
            <a:off x="25831800" y="19069052"/>
            <a:ext cx="8229600" cy="1095375"/>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1pPr>
            <a:lvl2pPr indent="0" lvl="1" marL="0" marR="0" rtl="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2pPr>
            <a:lvl3pPr indent="0" lvl="2" marL="0" marR="0" rtl="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3pPr>
            <a:lvl4pPr indent="0" lvl="3" marL="0" marR="0" rtl="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4pPr>
            <a:lvl5pPr indent="0" lvl="4" marL="0" marR="0" rtl="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5pPr>
            <a:lvl6pPr indent="0" lvl="5" marL="0" marR="0" rtl="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6pPr>
            <a:lvl7pPr indent="0" lvl="6" marL="0" marR="0" rtl="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7pPr>
            <a:lvl8pPr indent="0" lvl="7" marL="0" marR="0" rtl="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8pPr>
            <a:lvl9pPr indent="0" lvl="8" marL="0" marR="0" rtl="0" algn="r">
              <a:lnSpc>
                <a:spcPct val="100000"/>
              </a:lnSpc>
              <a:spcBef>
                <a:spcPts val="0"/>
              </a:spcBef>
              <a:spcAft>
                <a:spcPts val="0"/>
              </a:spcAft>
              <a:buClr>
                <a:srgbClr val="000000"/>
              </a:buClr>
              <a:buSzPts val="3600"/>
              <a:buFont typeface="Arial"/>
              <a:buNone/>
              <a:defRPr b="0" i="0" sz="3600" u="none" cap="none" strike="noStrike">
                <a:solidFill>
                  <a:srgbClr val="757575"/>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IN"/>
              <a:t>‹#›</a:t>
            </a:fld>
            <a:endParaRPr/>
          </a:p>
        </p:txBody>
      </p:sp>
    </p:spTree>
  </p:cSld>
  <p:clrMapOvr>
    <a:masterClrMapping/>
  </p:clrMapOvr>
  <mc:AlternateContent>
    <mc:Choice Requires="p14">
      <p:transition spd="slow" p14:dur="900">
        <p:fade thruBlk="1"/>
      </p:transition>
    </mc:Choice>
    <mc:Fallback>
      <p:transition spd="slow">
        <p:fade/>
      </p:transition>
    </mc:Fallback>
  </mc:AlternateContent>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0.xml"/><Relationship Id="rId10" Type="http://schemas.openxmlformats.org/officeDocument/2006/relationships/slideLayout" Target="../slideLayouts/slideLayout9.xml"/><Relationship Id="rId13" Type="http://schemas.openxmlformats.org/officeDocument/2006/relationships/theme" Target="../theme/theme2.xml"/><Relationship Id="rId12" Type="http://schemas.openxmlformats.org/officeDocument/2006/relationships/slideLayout" Target="../slideLayouts/slideLayout11.xml"/><Relationship Id="rId1" Type="http://schemas.openxmlformats.org/officeDocument/2006/relationships/image" Target="../media/image1.pn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9" Type="http://schemas.openxmlformats.org/officeDocument/2006/relationships/slideLayout" Target="../slideLayouts/slideLayout8.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dk1"/>
        </a:solidFill>
      </p:bgPr>
    </p:bg>
    <p:spTree>
      <p:nvGrpSpPr>
        <p:cNvPr id="9" name="Shape 9"/>
        <p:cNvGrpSpPr/>
        <p:nvPr/>
      </p:nvGrpSpPr>
      <p:grpSpPr>
        <a:xfrm>
          <a:off x="0" y="0"/>
          <a:ext cx="0" cy="0"/>
          <a:chOff x="0" y="0"/>
          <a:chExt cx="0" cy="0"/>
        </a:xfrm>
      </p:grpSpPr>
      <p:grpSp>
        <p:nvGrpSpPr>
          <p:cNvPr id="10" name="Google Shape;10;p1"/>
          <p:cNvGrpSpPr/>
          <p:nvPr/>
        </p:nvGrpSpPr>
        <p:grpSpPr>
          <a:xfrm>
            <a:off x="34154799" y="-412957"/>
            <a:ext cx="2057358" cy="2669535"/>
            <a:chOff x="11306724" y="96065"/>
            <a:chExt cx="685786" cy="889845"/>
          </a:xfrm>
        </p:grpSpPr>
        <p:sp>
          <p:nvSpPr>
            <p:cNvPr id="11" name="Google Shape;11;p1"/>
            <p:cNvSpPr/>
            <p:nvPr/>
          </p:nvSpPr>
          <p:spPr>
            <a:xfrm flipH="1" rot="10800000">
              <a:off x="11306724" y="96065"/>
              <a:ext cx="685786" cy="889845"/>
            </a:xfrm>
            <a:prstGeom prst="round2SameRect">
              <a:avLst>
                <a:gd fmla="val 50000" name="adj1"/>
                <a:gd fmla="val 0" name="adj2"/>
              </a:avLst>
            </a:prstGeom>
            <a:solidFill>
              <a:schemeClr val="lt1"/>
            </a:solidFill>
            <a:ln>
              <a:noFill/>
            </a:ln>
            <a:effectLst>
              <a:outerShdw blurRad="50800" rotWithShape="0" algn="t" dir="5400000" dist="38100">
                <a:srgbClr val="000000">
                  <a:alpha val="69412"/>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6200"/>
                <a:buFont typeface="Arial"/>
                <a:buNone/>
              </a:pPr>
              <a:r>
                <a:t/>
              </a:r>
              <a:endParaRPr b="0" i="0" sz="16200" u="none" cap="none" strike="noStrike">
                <a:solidFill>
                  <a:schemeClr val="lt1"/>
                </a:solidFill>
                <a:latin typeface="Arial"/>
                <a:ea typeface="Arial"/>
                <a:cs typeface="Arial"/>
                <a:sym typeface="Arial"/>
              </a:endParaRPr>
            </a:p>
          </p:txBody>
        </p:sp>
        <p:pic>
          <p:nvPicPr>
            <p:cNvPr id="12" name="Google Shape;12;p1"/>
            <p:cNvPicPr preferRelativeResize="0"/>
            <p:nvPr/>
          </p:nvPicPr>
          <p:blipFill rotWithShape="1">
            <a:blip r:embed="rId1">
              <a:alphaModFix/>
            </a:blip>
            <a:srcRect b="9836" l="8081" r="10621" t="7836"/>
            <a:stretch/>
          </p:blipFill>
          <p:spPr>
            <a:xfrm>
              <a:off x="11373763" y="365125"/>
              <a:ext cx="551707" cy="546550"/>
            </a:xfrm>
            <a:prstGeom prst="ellipse">
              <a:avLst/>
            </a:prstGeom>
            <a:noFill/>
            <a:ln>
              <a:noFill/>
            </a:ln>
          </p:spPr>
        </p:pic>
      </p:grpSp>
    </p:spTree>
  </p:cSld>
  <p:clrMap accent1="accent1" accent2="accent2" accent3="accent3" accent4="accent4" accent5="accent5" accent6="accent6" bg1="lt1" bg2="dk2" tx1="dk1" tx2="lt2" folHlink="folHlink" hlink="hlink"/>
  <p:sldLayoutIdLst>
    <p:sldLayoutId id="2147483648" r:id="rId2"/>
    <p:sldLayoutId id="2147483649" r:id="rId3"/>
    <p:sldLayoutId id="2147483650" r:id="rId4"/>
    <p:sldLayoutId id="2147483651" r:id="rId5"/>
    <p:sldLayoutId id="2147483652" r:id="rId6"/>
    <p:sldLayoutId id="2147483653" r:id="rId7"/>
    <p:sldLayoutId id="2147483654" r:id="rId8"/>
    <p:sldLayoutId id="2147483655" r:id="rId9"/>
    <p:sldLayoutId id="2147483656" r:id="rId10"/>
    <p:sldLayoutId id="2147483657" r:id="rId11"/>
    <p:sldLayoutId id="2147483658" r:id="rId12"/>
  </p:sldLayoutIdLst>
  <mc:AlternateContent>
    <mc:Choice Requires="p14">
      <p:transition spd="slow" p14:dur="900">
        <p:fade thruBlk="1"/>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6480">
          <p15:clr>
            <a:srgbClr val="F26B43"/>
          </p15:clr>
        </p15:guide>
        <p15:guide id="2" pos="1152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dk1"/>
        </a:solidFill>
      </p:bgPr>
    </p:bg>
    <p:spTree>
      <p:nvGrpSpPr>
        <p:cNvPr id="86" name="Shape 86"/>
        <p:cNvGrpSpPr/>
        <p:nvPr/>
      </p:nvGrpSpPr>
      <p:grpSpPr>
        <a:xfrm>
          <a:off x="0" y="0"/>
          <a:ext cx="0" cy="0"/>
          <a:chOff x="0" y="0"/>
          <a:chExt cx="0" cy="0"/>
        </a:xfrm>
      </p:grpSpPr>
      <p:grpSp>
        <p:nvGrpSpPr>
          <p:cNvPr id="87" name="Google Shape;87;p13"/>
          <p:cNvGrpSpPr/>
          <p:nvPr/>
        </p:nvGrpSpPr>
        <p:grpSpPr>
          <a:xfrm>
            <a:off x="185330" y="-803658"/>
            <a:ext cx="18840089" cy="6019512"/>
            <a:chOff x="185330" y="-803658"/>
            <a:chExt cx="18840089" cy="6019512"/>
          </a:xfrm>
        </p:grpSpPr>
        <p:sp>
          <p:nvSpPr>
            <p:cNvPr id="88" name="Google Shape;88;p13"/>
            <p:cNvSpPr/>
            <p:nvPr/>
          </p:nvSpPr>
          <p:spPr>
            <a:xfrm>
              <a:off x="1780335" y="843803"/>
              <a:ext cx="17245084" cy="2748660"/>
            </a:xfrm>
            <a:prstGeom prst="roundRect">
              <a:avLst>
                <a:gd fmla="val 50000" name="adj"/>
              </a:avLst>
            </a:prstGeom>
            <a:solidFill>
              <a:srgbClr val="8E0000"/>
            </a:solidFill>
            <a:ln cap="flat" cmpd="sng" w="104775">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800" u="none" cap="none" strike="noStrike">
                <a:solidFill>
                  <a:schemeClr val="lt1"/>
                </a:solidFill>
                <a:latin typeface="Arial"/>
                <a:ea typeface="Arial"/>
                <a:cs typeface="Arial"/>
                <a:sym typeface="Arial"/>
              </a:endParaRPr>
            </a:p>
          </p:txBody>
        </p:sp>
        <p:sp>
          <p:nvSpPr>
            <p:cNvPr id="89" name="Google Shape;89;p13"/>
            <p:cNvSpPr txBox="1"/>
            <p:nvPr/>
          </p:nvSpPr>
          <p:spPr>
            <a:xfrm>
              <a:off x="5345559" y="1525636"/>
              <a:ext cx="13178415" cy="1323399"/>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400"/>
                <a:buFont typeface="Arial"/>
                <a:buNone/>
              </a:pPr>
              <a:r>
                <a:rPr b="1" i="0" lang="en-IN" sz="8000" u="none" cap="none" strike="noStrike">
                  <a:solidFill>
                    <a:schemeClr val="lt1"/>
                  </a:solidFill>
                  <a:latin typeface="Cambria"/>
                  <a:ea typeface="Cambria"/>
                  <a:cs typeface="Cambria"/>
                  <a:sym typeface="Cambria"/>
                </a:rPr>
                <a:t>Recap of previous lecture</a:t>
              </a:r>
              <a:endParaRPr b="0" i="0" sz="1400" u="none" cap="none" strike="noStrike">
                <a:solidFill>
                  <a:srgbClr val="000000"/>
                </a:solidFill>
                <a:latin typeface="Arial"/>
                <a:ea typeface="Arial"/>
                <a:cs typeface="Arial"/>
                <a:sym typeface="Arial"/>
              </a:endParaRPr>
            </a:p>
          </p:txBody>
        </p:sp>
        <p:pic>
          <p:nvPicPr>
            <p:cNvPr id="90" name="Google Shape;90;p13"/>
            <p:cNvPicPr preferRelativeResize="0"/>
            <p:nvPr/>
          </p:nvPicPr>
          <p:blipFill rotWithShape="1">
            <a:blip r:embed="rId3">
              <a:alphaModFix/>
            </a:blip>
            <a:srcRect b="0" l="0" r="0" t="0"/>
            <a:stretch/>
          </p:blipFill>
          <p:spPr>
            <a:xfrm rot="-611711">
              <a:off x="621103" y="-453505"/>
              <a:ext cx="4430993" cy="5319205"/>
            </a:xfrm>
            <a:prstGeom prst="rect">
              <a:avLst/>
            </a:prstGeom>
            <a:noFill/>
            <a:ln>
              <a:noFill/>
            </a:ln>
            <a:effectLst>
              <a:outerShdw blurRad="190500" rotWithShape="0" algn="tl" dir="2700000" dist="152400">
                <a:srgbClr val="000000">
                  <a:alpha val="50196"/>
                </a:srgbClr>
              </a:outerShdw>
            </a:effectLst>
          </p:spPr>
        </p:pic>
      </p:grpSp>
      <p:grpSp>
        <p:nvGrpSpPr>
          <p:cNvPr id="91" name="Google Shape;91;p13"/>
          <p:cNvGrpSpPr/>
          <p:nvPr/>
        </p:nvGrpSpPr>
        <p:grpSpPr>
          <a:xfrm>
            <a:off x="990885" y="6664982"/>
            <a:ext cx="2393427" cy="2393427"/>
            <a:chOff x="990885" y="6664982"/>
            <a:chExt cx="2393427" cy="2393427"/>
          </a:xfrm>
        </p:grpSpPr>
        <p:sp>
          <p:nvSpPr>
            <p:cNvPr id="92" name="Google Shape;92;p13"/>
            <p:cNvSpPr/>
            <p:nvPr/>
          </p:nvSpPr>
          <p:spPr>
            <a:xfrm flipH="1" rot="-5400000">
              <a:off x="990885" y="6664982"/>
              <a:ext cx="2393427" cy="2393427"/>
            </a:xfrm>
            <a:prstGeom prst="blockArc">
              <a:avLst>
                <a:gd fmla="val 10800000" name="adj1"/>
                <a:gd fmla="val 0" name="adj2"/>
                <a:gd fmla="val 25000" name="adj3"/>
              </a:avLst>
            </a:prstGeom>
            <a:solidFill>
              <a:srgbClr val="C00000">
                <a:alpha val="81961"/>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dk1"/>
                </a:solidFill>
                <a:latin typeface="Arial"/>
                <a:ea typeface="Arial"/>
                <a:cs typeface="Arial"/>
                <a:sym typeface="Arial"/>
              </a:endParaRPr>
            </a:p>
          </p:txBody>
        </p:sp>
        <p:sp>
          <p:nvSpPr>
            <p:cNvPr id="93" name="Google Shape;93;p13"/>
            <p:cNvSpPr/>
            <p:nvPr/>
          </p:nvSpPr>
          <p:spPr>
            <a:xfrm>
              <a:off x="1370654" y="7090316"/>
              <a:ext cx="1597341" cy="1597341"/>
            </a:xfrm>
            <a:prstGeom prst="ellipse">
              <a:avLst/>
            </a:prstGeom>
            <a:gradFill>
              <a:gsLst>
                <a:gs pos="0">
                  <a:srgbClr val="C00000"/>
                </a:gs>
                <a:gs pos="2000">
                  <a:srgbClr val="C00000"/>
                </a:gs>
                <a:gs pos="100000">
                  <a:srgbClr val="0C0C0C"/>
                </a:gs>
              </a:gsLst>
              <a:path path="circle">
                <a:fillToRect b="50%" l="50%" r="50%" t="50%"/>
              </a:path>
              <a:tileRect/>
            </a:gradFill>
            <a:ln cap="flat" cmpd="sng" w="63500">
              <a:solidFill>
                <a:srgbClr val="FF0000"/>
              </a:solidFill>
              <a:prstDash val="solid"/>
              <a:round/>
              <a:headEnd len="sm" w="sm" type="none"/>
              <a:tailEnd len="sm" w="sm" type="none"/>
            </a:ln>
            <a:effectLst>
              <a:outerShdw blurRad="57785" algn="ctr" dir="3180000" dist="33020">
                <a:srgbClr val="000000">
                  <a:alpha val="30196"/>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94" name="Google Shape;94;p13"/>
            <p:cNvSpPr txBox="1"/>
            <p:nvPr/>
          </p:nvSpPr>
          <p:spPr>
            <a:xfrm>
              <a:off x="1435956" y="7196486"/>
              <a:ext cx="1466724" cy="1200329"/>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None/>
              </a:pPr>
              <a:r>
                <a:rPr b="1" i="0" lang="en-IN" sz="7200" u="none" cap="none" strike="noStrike">
                  <a:solidFill>
                    <a:schemeClr val="lt1"/>
                  </a:solidFill>
                  <a:latin typeface="Poppins"/>
                  <a:ea typeface="Poppins"/>
                  <a:cs typeface="Poppins"/>
                  <a:sym typeface="Poppins"/>
                </a:rPr>
                <a:t>1</a:t>
              </a:r>
              <a:endParaRPr/>
            </a:p>
          </p:txBody>
        </p:sp>
      </p:grpSp>
      <p:grpSp>
        <p:nvGrpSpPr>
          <p:cNvPr id="95" name="Google Shape;95;p13"/>
          <p:cNvGrpSpPr/>
          <p:nvPr/>
        </p:nvGrpSpPr>
        <p:grpSpPr>
          <a:xfrm>
            <a:off x="990885" y="9148408"/>
            <a:ext cx="2393427" cy="2393427"/>
            <a:chOff x="990885" y="9197383"/>
            <a:chExt cx="2393427" cy="2393427"/>
          </a:xfrm>
        </p:grpSpPr>
        <p:sp>
          <p:nvSpPr>
            <p:cNvPr id="96" name="Google Shape;96;p13"/>
            <p:cNvSpPr/>
            <p:nvPr/>
          </p:nvSpPr>
          <p:spPr>
            <a:xfrm flipH="1" rot="-5400000">
              <a:off x="990885" y="9197383"/>
              <a:ext cx="2393427" cy="2393427"/>
            </a:xfrm>
            <a:prstGeom prst="blockArc">
              <a:avLst>
                <a:gd fmla="val 10800000" name="adj1"/>
                <a:gd fmla="val 0" name="adj2"/>
                <a:gd fmla="val 25000" name="adj3"/>
              </a:avLst>
            </a:prstGeom>
            <a:solidFill>
              <a:srgbClr val="C00000">
                <a:alpha val="81961"/>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dk1"/>
                </a:solidFill>
                <a:latin typeface="Arial"/>
                <a:ea typeface="Arial"/>
                <a:cs typeface="Arial"/>
                <a:sym typeface="Arial"/>
              </a:endParaRPr>
            </a:p>
          </p:txBody>
        </p:sp>
        <p:sp>
          <p:nvSpPr>
            <p:cNvPr id="97" name="Google Shape;97;p13"/>
            <p:cNvSpPr/>
            <p:nvPr/>
          </p:nvSpPr>
          <p:spPr>
            <a:xfrm>
              <a:off x="1370654" y="9595427"/>
              <a:ext cx="1597341" cy="1597341"/>
            </a:xfrm>
            <a:prstGeom prst="ellipse">
              <a:avLst/>
            </a:prstGeom>
            <a:gradFill>
              <a:gsLst>
                <a:gs pos="0">
                  <a:srgbClr val="C00000"/>
                </a:gs>
                <a:gs pos="2000">
                  <a:srgbClr val="C00000"/>
                </a:gs>
                <a:gs pos="100000">
                  <a:srgbClr val="0C0C0C"/>
                </a:gs>
              </a:gsLst>
              <a:path path="circle">
                <a:fillToRect b="50%" l="50%" r="50%" t="50%"/>
              </a:path>
              <a:tileRect/>
            </a:gradFill>
            <a:ln cap="flat" cmpd="sng" w="63500">
              <a:solidFill>
                <a:srgbClr val="FF0000"/>
              </a:solidFill>
              <a:prstDash val="solid"/>
              <a:round/>
              <a:headEnd len="sm" w="sm" type="none"/>
              <a:tailEnd len="sm" w="sm" type="none"/>
            </a:ln>
            <a:effectLst>
              <a:outerShdw blurRad="57785" algn="ctr" dir="3180000" dist="33020">
                <a:srgbClr val="000000">
                  <a:alpha val="30196"/>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98" name="Google Shape;98;p13"/>
            <p:cNvSpPr txBox="1"/>
            <p:nvPr/>
          </p:nvSpPr>
          <p:spPr>
            <a:xfrm>
              <a:off x="1435956" y="9701597"/>
              <a:ext cx="1466724" cy="1200329"/>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None/>
              </a:pPr>
              <a:r>
                <a:rPr b="1" i="0" lang="en-IN" sz="7200" u="none" cap="none" strike="noStrike">
                  <a:solidFill>
                    <a:schemeClr val="lt1"/>
                  </a:solidFill>
                  <a:latin typeface="Poppins"/>
                  <a:ea typeface="Poppins"/>
                  <a:cs typeface="Poppins"/>
                  <a:sym typeface="Poppins"/>
                </a:rPr>
                <a:t>2</a:t>
              </a:r>
              <a:endParaRPr/>
            </a:p>
          </p:txBody>
        </p:sp>
      </p:grpSp>
      <p:grpSp>
        <p:nvGrpSpPr>
          <p:cNvPr id="99" name="Google Shape;99;p13"/>
          <p:cNvGrpSpPr/>
          <p:nvPr/>
        </p:nvGrpSpPr>
        <p:grpSpPr>
          <a:xfrm>
            <a:off x="990885" y="11631834"/>
            <a:ext cx="2393427" cy="2393427"/>
            <a:chOff x="990885" y="11656321"/>
            <a:chExt cx="2393427" cy="2393427"/>
          </a:xfrm>
        </p:grpSpPr>
        <p:sp>
          <p:nvSpPr>
            <p:cNvPr id="100" name="Google Shape;100;p13"/>
            <p:cNvSpPr/>
            <p:nvPr/>
          </p:nvSpPr>
          <p:spPr>
            <a:xfrm flipH="1" rot="-5400000">
              <a:off x="990885" y="11656321"/>
              <a:ext cx="2393427" cy="2393427"/>
            </a:xfrm>
            <a:prstGeom prst="blockArc">
              <a:avLst>
                <a:gd fmla="val 10800000" name="adj1"/>
                <a:gd fmla="val 0" name="adj2"/>
                <a:gd fmla="val 25000" name="adj3"/>
              </a:avLst>
            </a:prstGeom>
            <a:solidFill>
              <a:srgbClr val="C00000">
                <a:alpha val="81961"/>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dk1"/>
                </a:solidFill>
                <a:latin typeface="Arial"/>
                <a:ea typeface="Arial"/>
                <a:cs typeface="Arial"/>
                <a:sym typeface="Arial"/>
              </a:endParaRPr>
            </a:p>
          </p:txBody>
        </p:sp>
        <p:sp>
          <p:nvSpPr>
            <p:cNvPr id="101" name="Google Shape;101;p13"/>
            <p:cNvSpPr/>
            <p:nvPr/>
          </p:nvSpPr>
          <p:spPr>
            <a:xfrm>
              <a:off x="1370654" y="12100538"/>
              <a:ext cx="1597341" cy="1597341"/>
            </a:xfrm>
            <a:prstGeom prst="ellipse">
              <a:avLst/>
            </a:prstGeom>
            <a:gradFill>
              <a:gsLst>
                <a:gs pos="0">
                  <a:srgbClr val="C00000"/>
                </a:gs>
                <a:gs pos="2000">
                  <a:srgbClr val="C00000"/>
                </a:gs>
                <a:gs pos="100000">
                  <a:srgbClr val="0C0C0C"/>
                </a:gs>
              </a:gsLst>
              <a:path path="circle">
                <a:fillToRect b="50%" l="50%" r="50%" t="50%"/>
              </a:path>
              <a:tileRect/>
            </a:gradFill>
            <a:ln cap="flat" cmpd="sng" w="63500">
              <a:solidFill>
                <a:srgbClr val="FF0000"/>
              </a:solidFill>
              <a:prstDash val="solid"/>
              <a:round/>
              <a:headEnd len="sm" w="sm" type="none"/>
              <a:tailEnd len="sm" w="sm" type="none"/>
            </a:ln>
            <a:effectLst>
              <a:outerShdw blurRad="57785" algn="ctr" dir="3180000" dist="33020">
                <a:srgbClr val="000000">
                  <a:alpha val="30196"/>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102" name="Google Shape;102;p13"/>
            <p:cNvSpPr txBox="1"/>
            <p:nvPr/>
          </p:nvSpPr>
          <p:spPr>
            <a:xfrm>
              <a:off x="1435956" y="12206708"/>
              <a:ext cx="1466724" cy="1200329"/>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None/>
              </a:pPr>
              <a:r>
                <a:rPr b="1" i="0" lang="en-IN" sz="7200" u="none" cap="none" strike="noStrike">
                  <a:solidFill>
                    <a:schemeClr val="lt1"/>
                  </a:solidFill>
                  <a:latin typeface="Poppins"/>
                  <a:ea typeface="Poppins"/>
                  <a:cs typeface="Poppins"/>
                  <a:sym typeface="Poppins"/>
                </a:rPr>
                <a:t>3</a:t>
              </a:r>
              <a:endParaRPr/>
            </a:p>
          </p:txBody>
        </p:sp>
      </p:grpSp>
      <p:grpSp>
        <p:nvGrpSpPr>
          <p:cNvPr id="103" name="Google Shape;103;p13"/>
          <p:cNvGrpSpPr/>
          <p:nvPr/>
        </p:nvGrpSpPr>
        <p:grpSpPr>
          <a:xfrm>
            <a:off x="990885" y="14115259"/>
            <a:ext cx="2393427" cy="2393427"/>
            <a:chOff x="990885" y="14115259"/>
            <a:chExt cx="2393427" cy="2393427"/>
          </a:xfrm>
        </p:grpSpPr>
        <p:sp>
          <p:nvSpPr>
            <p:cNvPr id="104" name="Google Shape;104;p13"/>
            <p:cNvSpPr/>
            <p:nvPr/>
          </p:nvSpPr>
          <p:spPr>
            <a:xfrm flipH="1" rot="-5400000">
              <a:off x="990885" y="14115259"/>
              <a:ext cx="2393427" cy="2393427"/>
            </a:xfrm>
            <a:prstGeom prst="blockArc">
              <a:avLst>
                <a:gd fmla="val 10800000" name="adj1"/>
                <a:gd fmla="val 0" name="adj2"/>
                <a:gd fmla="val 25000" name="adj3"/>
              </a:avLst>
            </a:prstGeom>
            <a:solidFill>
              <a:srgbClr val="C00000">
                <a:alpha val="81961"/>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dk1"/>
                </a:solidFill>
                <a:latin typeface="Arial"/>
                <a:ea typeface="Arial"/>
                <a:cs typeface="Arial"/>
                <a:sym typeface="Arial"/>
              </a:endParaRPr>
            </a:p>
          </p:txBody>
        </p:sp>
        <p:sp>
          <p:nvSpPr>
            <p:cNvPr id="105" name="Google Shape;105;p13"/>
            <p:cNvSpPr/>
            <p:nvPr/>
          </p:nvSpPr>
          <p:spPr>
            <a:xfrm>
              <a:off x="1370654" y="14605649"/>
              <a:ext cx="1597341" cy="1597341"/>
            </a:xfrm>
            <a:prstGeom prst="ellipse">
              <a:avLst/>
            </a:prstGeom>
            <a:gradFill>
              <a:gsLst>
                <a:gs pos="0">
                  <a:srgbClr val="C00000"/>
                </a:gs>
                <a:gs pos="2000">
                  <a:srgbClr val="C00000"/>
                </a:gs>
                <a:gs pos="100000">
                  <a:srgbClr val="0C0C0C"/>
                </a:gs>
              </a:gsLst>
              <a:path path="circle">
                <a:fillToRect b="50%" l="50%" r="50%" t="50%"/>
              </a:path>
              <a:tileRect/>
            </a:gradFill>
            <a:ln cap="flat" cmpd="sng" w="63500">
              <a:solidFill>
                <a:srgbClr val="FF0000"/>
              </a:solidFill>
              <a:prstDash val="solid"/>
              <a:round/>
              <a:headEnd len="sm" w="sm" type="none"/>
              <a:tailEnd len="sm" w="sm" type="none"/>
            </a:ln>
            <a:effectLst>
              <a:outerShdw blurRad="57785" algn="ctr" dir="3180000" dist="33020">
                <a:srgbClr val="000000">
                  <a:alpha val="30196"/>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106" name="Google Shape;106;p13"/>
            <p:cNvSpPr txBox="1"/>
            <p:nvPr/>
          </p:nvSpPr>
          <p:spPr>
            <a:xfrm>
              <a:off x="1435956" y="14711819"/>
              <a:ext cx="1466724" cy="1200329"/>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None/>
              </a:pPr>
              <a:r>
                <a:rPr b="1" i="0" lang="en-IN" sz="7200" u="none" cap="none" strike="noStrike">
                  <a:solidFill>
                    <a:schemeClr val="lt1"/>
                  </a:solidFill>
                  <a:latin typeface="Poppins"/>
                  <a:ea typeface="Poppins"/>
                  <a:cs typeface="Poppins"/>
                  <a:sym typeface="Poppins"/>
                </a:rPr>
                <a:t>4</a:t>
              </a:r>
              <a:endParaRPr/>
            </a:p>
          </p:txBody>
        </p:sp>
      </p:grpSp>
      <p:sp>
        <p:nvSpPr>
          <p:cNvPr id="107" name="Google Shape;107;p13"/>
          <p:cNvSpPr txBox="1"/>
          <p:nvPr/>
        </p:nvSpPr>
        <p:spPr>
          <a:xfrm>
            <a:off x="4238889" y="7353864"/>
            <a:ext cx="14464749" cy="1015663"/>
          </a:xfrm>
          <a:prstGeom prst="rect">
            <a:avLst/>
          </a:prstGeom>
          <a:noFill/>
          <a:ln>
            <a:noFill/>
          </a:ln>
        </p:spPr>
        <p:txBody>
          <a:bodyPr anchorCtr="0" anchor="t" bIns="45700" lIns="91425" spcFirstLastPara="1" rIns="91425" wrap="square" tIns="45700">
            <a:spAutoFit/>
          </a:bodyPr>
          <a:lstStyle/>
          <a:p>
            <a:pPr indent="-2346325" lvl="0" marL="2346325" marR="0" rtl="0" algn="l">
              <a:lnSpc>
                <a:spcPct val="100000"/>
              </a:lnSpc>
              <a:spcBef>
                <a:spcPts val="0"/>
              </a:spcBef>
              <a:spcAft>
                <a:spcPts val="0"/>
              </a:spcAft>
              <a:buNone/>
            </a:pPr>
            <a:r>
              <a:rPr b="1" i="0" lang="en-IN" sz="6000" u="none" cap="none" strike="noStrike">
                <a:solidFill>
                  <a:schemeClr val="lt1"/>
                </a:solidFill>
                <a:latin typeface="Cambria"/>
                <a:ea typeface="Cambria"/>
                <a:cs typeface="Cambria"/>
                <a:sym typeface="Cambria"/>
              </a:rPr>
              <a:t>Type option here</a:t>
            </a:r>
            <a:endParaRPr/>
          </a:p>
        </p:txBody>
      </p:sp>
      <p:sp>
        <p:nvSpPr>
          <p:cNvPr id="108" name="Google Shape;108;p13"/>
          <p:cNvSpPr txBox="1"/>
          <p:nvPr/>
        </p:nvSpPr>
        <p:spPr>
          <a:xfrm>
            <a:off x="4238889" y="9837290"/>
            <a:ext cx="14464749" cy="1015663"/>
          </a:xfrm>
          <a:prstGeom prst="rect">
            <a:avLst/>
          </a:prstGeom>
          <a:noFill/>
          <a:ln>
            <a:noFill/>
          </a:ln>
        </p:spPr>
        <p:txBody>
          <a:bodyPr anchorCtr="0" anchor="t" bIns="45700" lIns="91425" spcFirstLastPara="1" rIns="91425" wrap="square" tIns="45700">
            <a:spAutoFit/>
          </a:bodyPr>
          <a:lstStyle/>
          <a:p>
            <a:pPr indent="-2346325" lvl="0" marL="2346325" marR="0" rtl="0" algn="l">
              <a:lnSpc>
                <a:spcPct val="100000"/>
              </a:lnSpc>
              <a:spcBef>
                <a:spcPts val="0"/>
              </a:spcBef>
              <a:spcAft>
                <a:spcPts val="0"/>
              </a:spcAft>
              <a:buNone/>
            </a:pPr>
            <a:r>
              <a:rPr b="1" i="0" lang="en-IN" sz="6000" u="none" cap="none" strike="noStrike">
                <a:solidFill>
                  <a:schemeClr val="lt1"/>
                </a:solidFill>
                <a:latin typeface="Cambria"/>
                <a:ea typeface="Cambria"/>
                <a:cs typeface="Cambria"/>
                <a:sym typeface="Cambria"/>
              </a:rPr>
              <a:t>Type option here</a:t>
            </a:r>
            <a:endParaRPr/>
          </a:p>
        </p:txBody>
      </p:sp>
      <p:sp>
        <p:nvSpPr>
          <p:cNvPr id="109" name="Google Shape;109;p13"/>
          <p:cNvSpPr txBox="1"/>
          <p:nvPr/>
        </p:nvSpPr>
        <p:spPr>
          <a:xfrm>
            <a:off x="4238889" y="12320716"/>
            <a:ext cx="14464749" cy="1015663"/>
          </a:xfrm>
          <a:prstGeom prst="rect">
            <a:avLst/>
          </a:prstGeom>
          <a:noFill/>
          <a:ln>
            <a:noFill/>
          </a:ln>
        </p:spPr>
        <p:txBody>
          <a:bodyPr anchorCtr="0" anchor="t" bIns="45700" lIns="91425" spcFirstLastPara="1" rIns="91425" wrap="square" tIns="45700">
            <a:spAutoFit/>
          </a:bodyPr>
          <a:lstStyle/>
          <a:p>
            <a:pPr indent="-2346325" lvl="0" marL="2346325" marR="0" rtl="0" algn="l">
              <a:lnSpc>
                <a:spcPct val="100000"/>
              </a:lnSpc>
              <a:spcBef>
                <a:spcPts val="0"/>
              </a:spcBef>
              <a:spcAft>
                <a:spcPts val="0"/>
              </a:spcAft>
              <a:buNone/>
            </a:pPr>
            <a:r>
              <a:rPr b="1" i="0" lang="en-IN" sz="6000" u="none" cap="none" strike="noStrike">
                <a:solidFill>
                  <a:schemeClr val="lt1"/>
                </a:solidFill>
                <a:latin typeface="Cambria"/>
                <a:ea typeface="Cambria"/>
                <a:cs typeface="Cambria"/>
                <a:sym typeface="Cambria"/>
              </a:rPr>
              <a:t>Type option here</a:t>
            </a:r>
            <a:endParaRPr/>
          </a:p>
        </p:txBody>
      </p:sp>
      <p:sp>
        <p:nvSpPr>
          <p:cNvPr id="110" name="Google Shape;110;p13"/>
          <p:cNvSpPr txBox="1"/>
          <p:nvPr/>
        </p:nvSpPr>
        <p:spPr>
          <a:xfrm>
            <a:off x="4238889" y="14804141"/>
            <a:ext cx="14464749" cy="1015663"/>
          </a:xfrm>
          <a:prstGeom prst="rect">
            <a:avLst/>
          </a:prstGeom>
          <a:noFill/>
          <a:ln>
            <a:noFill/>
          </a:ln>
        </p:spPr>
        <p:txBody>
          <a:bodyPr anchorCtr="0" anchor="t" bIns="45700" lIns="91425" spcFirstLastPara="1" rIns="91425" wrap="square" tIns="45700">
            <a:spAutoFit/>
          </a:bodyPr>
          <a:lstStyle/>
          <a:p>
            <a:pPr indent="-2346325" lvl="0" marL="2346325" marR="0" rtl="0" algn="l">
              <a:lnSpc>
                <a:spcPct val="100000"/>
              </a:lnSpc>
              <a:spcBef>
                <a:spcPts val="0"/>
              </a:spcBef>
              <a:spcAft>
                <a:spcPts val="0"/>
              </a:spcAft>
              <a:buNone/>
            </a:pPr>
            <a:r>
              <a:rPr b="1" i="0" lang="en-IN" sz="6000" u="none" cap="none" strike="noStrike">
                <a:solidFill>
                  <a:schemeClr val="lt1"/>
                </a:solidFill>
                <a:latin typeface="Cambria"/>
                <a:ea typeface="Cambria"/>
                <a:cs typeface="Cambria"/>
                <a:sym typeface="Cambria"/>
              </a:rPr>
              <a:t>Type option here</a:t>
            </a:r>
            <a:endParaRPr/>
          </a:p>
        </p:txBody>
      </p:sp>
    </p:spTree>
  </p:cSld>
  <p:clrMapOvr>
    <a:masterClrMapping/>
  </p:clrMapOvr>
  <mc:AlternateContent>
    <mc:Choice Requires="p14">
      <p:transition spd="slow" p14:dur="900">
        <p:fade thruBlk="1"/>
      </p:transition>
    </mc:Choice>
    <mc:Fallback>
      <p:transition spd="slow">
        <p:fade/>
      </p:transition>
    </mc:Fallback>
  </mc:AlternateContent>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dk1"/>
        </a:solidFill>
      </p:bgPr>
    </p:bg>
    <p:spTree>
      <p:nvGrpSpPr>
        <p:cNvPr id="115" name="Shape 115"/>
        <p:cNvGrpSpPr/>
        <p:nvPr/>
      </p:nvGrpSpPr>
      <p:grpSpPr>
        <a:xfrm>
          <a:off x="0" y="0"/>
          <a:ext cx="0" cy="0"/>
          <a:chOff x="0" y="0"/>
          <a:chExt cx="0" cy="0"/>
        </a:xfrm>
      </p:grpSpPr>
      <p:grpSp>
        <p:nvGrpSpPr>
          <p:cNvPr id="116" name="Google Shape;116;p14"/>
          <p:cNvGrpSpPr/>
          <p:nvPr/>
        </p:nvGrpSpPr>
        <p:grpSpPr>
          <a:xfrm>
            <a:off x="185330" y="-803658"/>
            <a:ext cx="16059754" cy="6019512"/>
            <a:chOff x="185330" y="-803658"/>
            <a:chExt cx="16059754" cy="6019512"/>
          </a:xfrm>
        </p:grpSpPr>
        <p:sp>
          <p:nvSpPr>
            <p:cNvPr id="117" name="Google Shape;117;p14"/>
            <p:cNvSpPr/>
            <p:nvPr/>
          </p:nvSpPr>
          <p:spPr>
            <a:xfrm>
              <a:off x="1780335" y="843803"/>
              <a:ext cx="14464749" cy="2748660"/>
            </a:xfrm>
            <a:prstGeom prst="roundRect">
              <a:avLst>
                <a:gd fmla="val 50000" name="adj"/>
              </a:avLst>
            </a:prstGeom>
            <a:solidFill>
              <a:srgbClr val="8E0000"/>
            </a:solidFill>
            <a:ln cap="flat" cmpd="sng" w="104775">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800" u="none" cap="none" strike="noStrike">
                <a:solidFill>
                  <a:schemeClr val="lt1"/>
                </a:solidFill>
                <a:latin typeface="Arial"/>
                <a:ea typeface="Arial"/>
                <a:cs typeface="Arial"/>
                <a:sym typeface="Arial"/>
              </a:endParaRPr>
            </a:p>
          </p:txBody>
        </p:sp>
        <p:sp>
          <p:nvSpPr>
            <p:cNvPr id="118" name="Google Shape;118;p14"/>
            <p:cNvSpPr txBox="1"/>
            <p:nvPr/>
          </p:nvSpPr>
          <p:spPr>
            <a:xfrm>
              <a:off x="5345559" y="1525636"/>
              <a:ext cx="10641693" cy="1323399"/>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400"/>
                <a:buFont typeface="Arial"/>
                <a:buNone/>
              </a:pPr>
              <a:r>
                <a:rPr b="1" i="0" lang="en-IN" sz="8000" u="none" cap="none" strike="noStrike">
                  <a:solidFill>
                    <a:schemeClr val="lt1"/>
                  </a:solidFill>
                  <a:latin typeface="Cambria"/>
                  <a:ea typeface="Cambria"/>
                  <a:cs typeface="Cambria"/>
                  <a:sym typeface="Cambria"/>
                </a:rPr>
                <a:t>Topics to be covered</a:t>
              </a:r>
              <a:endParaRPr/>
            </a:p>
          </p:txBody>
        </p:sp>
        <p:pic>
          <p:nvPicPr>
            <p:cNvPr id="119" name="Google Shape;119;p14"/>
            <p:cNvPicPr preferRelativeResize="0"/>
            <p:nvPr/>
          </p:nvPicPr>
          <p:blipFill rotWithShape="1">
            <a:blip r:embed="rId3">
              <a:alphaModFix/>
            </a:blip>
            <a:srcRect b="0" l="0" r="0" t="0"/>
            <a:stretch/>
          </p:blipFill>
          <p:spPr>
            <a:xfrm rot="-611711">
              <a:off x="621103" y="-453505"/>
              <a:ext cx="4430993" cy="5319205"/>
            </a:xfrm>
            <a:prstGeom prst="rect">
              <a:avLst/>
            </a:prstGeom>
            <a:noFill/>
            <a:ln>
              <a:noFill/>
            </a:ln>
            <a:effectLst>
              <a:outerShdw blurRad="190500" rotWithShape="0" algn="tl" dir="2700000" dist="152400">
                <a:srgbClr val="000000">
                  <a:alpha val="50196"/>
                </a:srgbClr>
              </a:outerShdw>
            </a:effectLst>
          </p:spPr>
        </p:pic>
      </p:grpSp>
      <p:grpSp>
        <p:nvGrpSpPr>
          <p:cNvPr id="120" name="Google Shape;120;p14"/>
          <p:cNvGrpSpPr/>
          <p:nvPr/>
        </p:nvGrpSpPr>
        <p:grpSpPr>
          <a:xfrm>
            <a:off x="990885" y="6664982"/>
            <a:ext cx="2393427" cy="2393427"/>
            <a:chOff x="990885" y="6664982"/>
            <a:chExt cx="2393427" cy="2393427"/>
          </a:xfrm>
        </p:grpSpPr>
        <p:sp>
          <p:nvSpPr>
            <p:cNvPr id="121" name="Google Shape;121;p14"/>
            <p:cNvSpPr/>
            <p:nvPr/>
          </p:nvSpPr>
          <p:spPr>
            <a:xfrm flipH="1" rot="-5400000">
              <a:off x="990885" y="6664982"/>
              <a:ext cx="2393427" cy="2393427"/>
            </a:xfrm>
            <a:prstGeom prst="blockArc">
              <a:avLst>
                <a:gd fmla="val 10800000" name="adj1"/>
                <a:gd fmla="val 0" name="adj2"/>
                <a:gd fmla="val 25000" name="adj3"/>
              </a:avLst>
            </a:prstGeom>
            <a:solidFill>
              <a:srgbClr val="C00000">
                <a:alpha val="81961"/>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dk1"/>
                </a:solidFill>
                <a:latin typeface="Arial"/>
                <a:ea typeface="Arial"/>
                <a:cs typeface="Arial"/>
                <a:sym typeface="Arial"/>
              </a:endParaRPr>
            </a:p>
          </p:txBody>
        </p:sp>
        <p:sp>
          <p:nvSpPr>
            <p:cNvPr id="122" name="Google Shape;122;p14"/>
            <p:cNvSpPr/>
            <p:nvPr/>
          </p:nvSpPr>
          <p:spPr>
            <a:xfrm>
              <a:off x="1370654" y="7090316"/>
              <a:ext cx="1597341" cy="1597341"/>
            </a:xfrm>
            <a:prstGeom prst="ellipse">
              <a:avLst/>
            </a:prstGeom>
            <a:gradFill>
              <a:gsLst>
                <a:gs pos="0">
                  <a:srgbClr val="C00000"/>
                </a:gs>
                <a:gs pos="2000">
                  <a:srgbClr val="C00000"/>
                </a:gs>
                <a:gs pos="100000">
                  <a:srgbClr val="0C0C0C"/>
                </a:gs>
              </a:gsLst>
              <a:path path="circle">
                <a:fillToRect b="50%" l="50%" r="50%" t="50%"/>
              </a:path>
              <a:tileRect/>
            </a:gradFill>
            <a:ln cap="flat" cmpd="sng" w="63500">
              <a:solidFill>
                <a:srgbClr val="FF0000"/>
              </a:solidFill>
              <a:prstDash val="solid"/>
              <a:round/>
              <a:headEnd len="sm" w="sm" type="none"/>
              <a:tailEnd len="sm" w="sm" type="none"/>
            </a:ln>
            <a:effectLst>
              <a:outerShdw blurRad="57785" algn="ctr" dir="3180000" dist="33020">
                <a:srgbClr val="000000">
                  <a:alpha val="30196"/>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123" name="Google Shape;123;p14"/>
            <p:cNvSpPr txBox="1"/>
            <p:nvPr/>
          </p:nvSpPr>
          <p:spPr>
            <a:xfrm>
              <a:off x="1435956" y="7196486"/>
              <a:ext cx="1466724" cy="1200329"/>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None/>
              </a:pPr>
              <a:r>
                <a:rPr b="1" i="0" lang="en-IN" sz="7200" u="none" cap="none" strike="noStrike">
                  <a:solidFill>
                    <a:schemeClr val="lt1"/>
                  </a:solidFill>
                  <a:latin typeface="Poppins"/>
                  <a:ea typeface="Poppins"/>
                  <a:cs typeface="Poppins"/>
                  <a:sym typeface="Poppins"/>
                </a:rPr>
                <a:t>1</a:t>
              </a:r>
              <a:endParaRPr/>
            </a:p>
          </p:txBody>
        </p:sp>
      </p:grpSp>
      <p:grpSp>
        <p:nvGrpSpPr>
          <p:cNvPr id="124" name="Google Shape;124;p14"/>
          <p:cNvGrpSpPr/>
          <p:nvPr/>
        </p:nvGrpSpPr>
        <p:grpSpPr>
          <a:xfrm>
            <a:off x="990885" y="9148408"/>
            <a:ext cx="2393427" cy="2393427"/>
            <a:chOff x="990885" y="9197383"/>
            <a:chExt cx="2393427" cy="2393427"/>
          </a:xfrm>
        </p:grpSpPr>
        <p:sp>
          <p:nvSpPr>
            <p:cNvPr id="125" name="Google Shape;125;p14"/>
            <p:cNvSpPr/>
            <p:nvPr/>
          </p:nvSpPr>
          <p:spPr>
            <a:xfrm flipH="1" rot="-5400000">
              <a:off x="990885" y="9197383"/>
              <a:ext cx="2393427" cy="2393427"/>
            </a:xfrm>
            <a:prstGeom prst="blockArc">
              <a:avLst>
                <a:gd fmla="val 10800000" name="adj1"/>
                <a:gd fmla="val 0" name="adj2"/>
                <a:gd fmla="val 25000" name="adj3"/>
              </a:avLst>
            </a:prstGeom>
            <a:solidFill>
              <a:srgbClr val="C00000">
                <a:alpha val="81961"/>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dk1"/>
                </a:solidFill>
                <a:latin typeface="Arial"/>
                <a:ea typeface="Arial"/>
                <a:cs typeface="Arial"/>
                <a:sym typeface="Arial"/>
              </a:endParaRPr>
            </a:p>
          </p:txBody>
        </p:sp>
        <p:sp>
          <p:nvSpPr>
            <p:cNvPr id="126" name="Google Shape;126;p14"/>
            <p:cNvSpPr/>
            <p:nvPr/>
          </p:nvSpPr>
          <p:spPr>
            <a:xfrm>
              <a:off x="1370654" y="9595427"/>
              <a:ext cx="1597341" cy="1597341"/>
            </a:xfrm>
            <a:prstGeom prst="ellipse">
              <a:avLst/>
            </a:prstGeom>
            <a:gradFill>
              <a:gsLst>
                <a:gs pos="0">
                  <a:srgbClr val="C00000"/>
                </a:gs>
                <a:gs pos="2000">
                  <a:srgbClr val="C00000"/>
                </a:gs>
                <a:gs pos="100000">
                  <a:srgbClr val="0C0C0C"/>
                </a:gs>
              </a:gsLst>
              <a:path path="circle">
                <a:fillToRect b="50%" l="50%" r="50%" t="50%"/>
              </a:path>
              <a:tileRect/>
            </a:gradFill>
            <a:ln cap="flat" cmpd="sng" w="63500">
              <a:solidFill>
                <a:srgbClr val="FF0000"/>
              </a:solidFill>
              <a:prstDash val="solid"/>
              <a:round/>
              <a:headEnd len="sm" w="sm" type="none"/>
              <a:tailEnd len="sm" w="sm" type="none"/>
            </a:ln>
            <a:effectLst>
              <a:outerShdw blurRad="57785" algn="ctr" dir="3180000" dist="33020">
                <a:srgbClr val="000000">
                  <a:alpha val="30196"/>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127" name="Google Shape;127;p14"/>
            <p:cNvSpPr txBox="1"/>
            <p:nvPr/>
          </p:nvSpPr>
          <p:spPr>
            <a:xfrm>
              <a:off x="1435956" y="9701597"/>
              <a:ext cx="1466724" cy="1200329"/>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None/>
              </a:pPr>
              <a:r>
                <a:rPr b="1" i="0" lang="en-IN" sz="7200" u="none" cap="none" strike="noStrike">
                  <a:solidFill>
                    <a:schemeClr val="lt1"/>
                  </a:solidFill>
                  <a:latin typeface="Poppins"/>
                  <a:ea typeface="Poppins"/>
                  <a:cs typeface="Poppins"/>
                  <a:sym typeface="Poppins"/>
                </a:rPr>
                <a:t>2</a:t>
              </a:r>
              <a:endParaRPr/>
            </a:p>
          </p:txBody>
        </p:sp>
      </p:grpSp>
      <p:grpSp>
        <p:nvGrpSpPr>
          <p:cNvPr id="128" name="Google Shape;128;p14"/>
          <p:cNvGrpSpPr/>
          <p:nvPr/>
        </p:nvGrpSpPr>
        <p:grpSpPr>
          <a:xfrm>
            <a:off x="990885" y="11631834"/>
            <a:ext cx="2393427" cy="2393427"/>
            <a:chOff x="990885" y="11656321"/>
            <a:chExt cx="2393427" cy="2393427"/>
          </a:xfrm>
        </p:grpSpPr>
        <p:sp>
          <p:nvSpPr>
            <p:cNvPr id="129" name="Google Shape;129;p14"/>
            <p:cNvSpPr/>
            <p:nvPr/>
          </p:nvSpPr>
          <p:spPr>
            <a:xfrm flipH="1" rot="-5400000">
              <a:off x="990885" y="11656321"/>
              <a:ext cx="2393427" cy="2393427"/>
            </a:xfrm>
            <a:prstGeom prst="blockArc">
              <a:avLst>
                <a:gd fmla="val 10800000" name="adj1"/>
                <a:gd fmla="val 0" name="adj2"/>
                <a:gd fmla="val 25000" name="adj3"/>
              </a:avLst>
            </a:prstGeom>
            <a:solidFill>
              <a:srgbClr val="C00000">
                <a:alpha val="81961"/>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dk1"/>
                </a:solidFill>
                <a:latin typeface="Arial"/>
                <a:ea typeface="Arial"/>
                <a:cs typeface="Arial"/>
                <a:sym typeface="Arial"/>
              </a:endParaRPr>
            </a:p>
          </p:txBody>
        </p:sp>
        <p:sp>
          <p:nvSpPr>
            <p:cNvPr id="130" name="Google Shape;130;p14"/>
            <p:cNvSpPr/>
            <p:nvPr/>
          </p:nvSpPr>
          <p:spPr>
            <a:xfrm>
              <a:off x="1370654" y="12100538"/>
              <a:ext cx="1597341" cy="1597341"/>
            </a:xfrm>
            <a:prstGeom prst="ellipse">
              <a:avLst/>
            </a:prstGeom>
            <a:gradFill>
              <a:gsLst>
                <a:gs pos="0">
                  <a:srgbClr val="C00000"/>
                </a:gs>
                <a:gs pos="2000">
                  <a:srgbClr val="C00000"/>
                </a:gs>
                <a:gs pos="100000">
                  <a:srgbClr val="0C0C0C"/>
                </a:gs>
              </a:gsLst>
              <a:path path="circle">
                <a:fillToRect b="50%" l="50%" r="50%" t="50%"/>
              </a:path>
              <a:tileRect/>
            </a:gradFill>
            <a:ln cap="flat" cmpd="sng" w="63500">
              <a:solidFill>
                <a:srgbClr val="FF0000"/>
              </a:solidFill>
              <a:prstDash val="solid"/>
              <a:round/>
              <a:headEnd len="sm" w="sm" type="none"/>
              <a:tailEnd len="sm" w="sm" type="none"/>
            </a:ln>
            <a:effectLst>
              <a:outerShdw blurRad="57785" algn="ctr" dir="3180000" dist="33020">
                <a:srgbClr val="000000">
                  <a:alpha val="30196"/>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131" name="Google Shape;131;p14"/>
            <p:cNvSpPr txBox="1"/>
            <p:nvPr/>
          </p:nvSpPr>
          <p:spPr>
            <a:xfrm>
              <a:off x="1435956" y="12206708"/>
              <a:ext cx="1466724" cy="1200329"/>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None/>
              </a:pPr>
              <a:r>
                <a:rPr b="1" i="0" lang="en-IN" sz="7200" u="none" cap="none" strike="noStrike">
                  <a:solidFill>
                    <a:schemeClr val="lt1"/>
                  </a:solidFill>
                  <a:latin typeface="Poppins"/>
                  <a:ea typeface="Poppins"/>
                  <a:cs typeface="Poppins"/>
                  <a:sym typeface="Poppins"/>
                </a:rPr>
                <a:t>3</a:t>
              </a:r>
              <a:endParaRPr/>
            </a:p>
          </p:txBody>
        </p:sp>
      </p:grpSp>
      <p:grpSp>
        <p:nvGrpSpPr>
          <p:cNvPr id="132" name="Google Shape;132;p14"/>
          <p:cNvGrpSpPr/>
          <p:nvPr/>
        </p:nvGrpSpPr>
        <p:grpSpPr>
          <a:xfrm>
            <a:off x="990885" y="14115259"/>
            <a:ext cx="2393427" cy="2393427"/>
            <a:chOff x="990885" y="14115259"/>
            <a:chExt cx="2393427" cy="2393427"/>
          </a:xfrm>
        </p:grpSpPr>
        <p:sp>
          <p:nvSpPr>
            <p:cNvPr id="133" name="Google Shape;133;p14"/>
            <p:cNvSpPr/>
            <p:nvPr/>
          </p:nvSpPr>
          <p:spPr>
            <a:xfrm flipH="1" rot="-5400000">
              <a:off x="990885" y="14115259"/>
              <a:ext cx="2393427" cy="2393427"/>
            </a:xfrm>
            <a:prstGeom prst="blockArc">
              <a:avLst>
                <a:gd fmla="val 10800000" name="adj1"/>
                <a:gd fmla="val 0" name="adj2"/>
                <a:gd fmla="val 25000" name="adj3"/>
              </a:avLst>
            </a:prstGeom>
            <a:solidFill>
              <a:srgbClr val="C00000">
                <a:alpha val="81961"/>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dk1"/>
                </a:solidFill>
                <a:latin typeface="Arial"/>
                <a:ea typeface="Arial"/>
                <a:cs typeface="Arial"/>
                <a:sym typeface="Arial"/>
              </a:endParaRPr>
            </a:p>
          </p:txBody>
        </p:sp>
        <p:sp>
          <p:nvSpPr>
            <p:cNvPr id="134" name="Google Shape;134;p14"/>
            <p:cNvSpPr/>
            <p:nvPr/>
          </p:nvSpPr>
          <p:spPr>
            <a:xfrm>
              <a:off x="1370654" y="14605649"/>
              <a:ext cx="1597341" cy="1597341"/>
            </a:xfrm>
            <a:prstGeom prst="ellipse">
              <a:avLst/>
            </a:prstGeom>
            <a:gradFill>
              <a:gsLst>
                <a:gs pos="0">
                  <a:srgbClr val="C00000"/>
                </a:gs>
                <a:gs pos="2000">
                  <a:srgbClr val="C00000"/>
                </a:gs>
                <a:gs pos="100000">
                  <a:srgbClr val="0C0C0C"/>
                </a:gs>
              </a:gsLst>
              <a:path path="circle">
                <a:fillToRect b="50%" l="50%" r="50%" t="50%"/>
              </a:path>
              <a:tileRect/>
            </a:gradFill>
            <a:ln cap="flat" cmpd="sng" w="63500">
              <a:solidFill>
                <a:srgbClr val="FF0000"/>
              </a:solidFill>
              <a:prstDash val="solid"/>
              <a:round/>
              <a:headEnd len="sm" w="sm" type="none"/>
              <a:tailEnd len="sm" w="sm" type="none"/>
            </a:ln>
            <a:effectLst>
              <a:outerShdw blurRad="57785" algn="ctr" dir="3180000" dist="33020">
                <a:srgbClr val="000000">
                  <a:alpha val="30196"/>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135" name="Google Shape;135;p14"/>
            <p:cNvSpPr txBox="1"/>
            <p:nvPr/>
          </p:nvSpPr>
          <p:spPr>
            <a:xfrm>
              <a:off x="1435956" y="14711819"/>
              <a:ext cx="1466724" cy="1200329"/>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None/>
              </a:pPr>
              <a:r>
                <a:rPr b="1" i="0" lang="en-IN" sz="7200" u="none" cap="none" strike="noStrike">
                  <a:solidFill>
                    <a:schemeClr val="lt1"/>
                  </a:solidFill>
                  <a:latin typeface="Poppins"/>
                  <a:ea typeface="Poppins"/>
                  <a:cs typeface="Poppins"/>
                  <a:sym typeface="Poppins"/>
                </a:rPr>
                <a:t>4</a:t>
              </a:r>
              <a:endParaRPr/>
            </a:p>
          </p:txBody>
        </p:sp>
      </p:grpSp>
      <p:sp>
        <p:nvSpPr>
          <p:cNvPr id="136" name="Google Shape;136;p14"/>
          <p:cNvSpPr txBox="1"/>
          <p:nvPr/>
        </p:nvSpPr>
        <p:spPr>
          <a:xfrm>
            <a:off x="4238889" y="7353864"/>
            <a:ext cx="14464749" cy="1015663"/>
          </a:xfrm>
          <a:prstGeom prst="rect">
            <a:avLst/>
          </a:prstGeom>
          <a:noFill/>
          <a:ln>
            <a:noFill/>
          </a:ln>
        </p:spPr>
        <p:txBody>
          <a:bodyPr anchorCtr="0" anchor="t" bIns="45700" lIns="91425" spcFirstLastPara="1" rIns="91425" wrap="square" tIns="45700">
            <a:spAutoFit/>
          </a:bodyPr>
          <a:lstStyle/>
          <a:p>
            <a:pPr indent="-2346325" lvl="0" marL="2346325" marR="0" rtl="0" algn="l">
              <a:lnSpc>
                <a:spcPct val="100000"/>
              </a:lnSpc>
              <a:spcBef>
                <a:spcPts val="0"/>
              </a:spcBef>
              <a:spcAft>
                <a:spcPts val="0"/>
              </a:spcAft>
              <a:buNone/>
            </a:pPr>
            <a:r>
              <a:rPr b="1" i="0" lang="en-IN" sz="6000" u="none" cap="none" strike="noStrike">
                <a:solidFill>
                  <a:schemeClr val="lt1"/>
                </a:solidFill>
                <a:latin typeface="Cambria"/>
                <a:ea typeface="Cambria"/>
                <a:cs typeface="Cambria"/>
                <a:sym typeface="Cambria"/>
              </a:rPr>
              <a:t>Type option here</a:t>
            </a:r>
            <a:endParaRPr/>
          </a:p>
        </p:txBody>
      </p:sp>
      <p:sp>
        <p:nvSpPr>
          <p:cNvPr id="137" name="Google Shape;137;p14"/>
          <p:cNvSpPr txBox="1"/>
          <p:nvPr/>
        </p:nvSpPr>
        <p:spPr>
          <a:xfrm>
            <a:off x="4238889" y="9837290"/>
            <a:ext cx="14464749" cy="1015663"/>
          </a:xfrm>
          <a:prstGeom prst="rect">
            <a:avLst/>
          </a:prstGeom>
          <a:noFill/>
          <a:ln>
            <a:noFill/>
          </a:ln>
        </p:spPr>
        <p:txBody>
          <a:bodyPr anchorCtr="0" anchor="t" bIns="45700" lIns="91425" spcFirstLastPara="1" rIns="91425" wrap="square" tIns="45700">
            <a:spAutoFit/>
          </a:bodyPr>
          <a:lstStyle/>
          <a:p>
            <a:pPr indent="-2346325" lvl="0" marL="2346325" marR="0" rtl="0" algn="l">
              <a:lnSpc>
                <a:spcPct val="100000"/>
              </a:lnSpc>
              <a:spcBef>
                <a:spcPts val="0"/>
              </a:spcBef>
              <a:spcAft>
                <a:spcPts val="0"/>
              </a:spcAft>
              <a:buNone/>
            </a:pPr>
            <a:r>
              <a:rPr b="1" i="0" lang="en-IN" sz="6000" u="none" cap="none" strike="noStrike">
                <a:solidFill>
                  <a:schemeClr val="lt1"/>
                </a:solidFill>
                <a:latin typeface="Cambria"/>
                <a:ea typeface="Cambria"/>
                <a:cs typeface="Cambria"/>
                <a:sym typeface="Cambria"/>
              </a:rPr>
              <a:t>Type option here</a:t>
            </a:r>
            <a:endParaRPr/>
          </a:p>
        </p:txBody>
      </p:sp>
      <p:sp>
        <p:nvSpPr>
          <p:cNvPr id="138" name="Google Shape;138;p14"/>
          <p:cNvSpPr txBox="1"/>
          <p:nvPr/>
        </p:nvSpPr>
        <p:spPr>
          <a:xfrm>
            <a:off x="4238889" y="12320716"/>
            <a:ext cx="14464749" cy="1015663"/>
          </a:xfrm>
          <a:prstGeom prst="rect">
            <a:avLst/>
          </a:prstGeom>
          <a:noFill/>
          <a:ln>
            <a:noFill/>
          </a:ln>
        </p:spPr>
        <p:txBody>
          <a:bodyPr anchorCtr="0" anchor="t" bIns="45700" lIns="91425" spcFirstLastPara="1" rIns="91425" wrap="square" tIns="45700">
            <a:spAutoFit/>
          </a:bodyPr>
          <a:lstStyle/>
          <a:p>
            <a:pPr indent="-2346325" lvl="0" marL="2346325" marR="0" rtl="0" algn="l">
              <a:lnSpc>
                <a:spcPct val="100000"/>
              </a:lnSpc>
              <a:spcBef>
                <a:spcPts val="0"/>
              </a:spcBef>
              <a:spcAft>
                <a:spcPts val="0"/>
              </a:spcAft>
              <a:buNone/>
            </a:pPr>
            <a:r>
              <a:rPr b="1" i="0" lang="en-IN" sz="6000" u="none" cap="none" strike="noStrike">
                <a:solidFill>
                  <a:schemeClr val="lt1"/>
                </a:solidFill>
                <a:latin typeface="Cambria"/>
                <a:ea typeface="Cambria"/>
                <a:cs typeface="Cambria"/>
                <a:sym typeface="Cambria"/>
              </a:rPr>
              <a:t>Type option here</a:t>
            </a:r>
            <a:endParaRPr/>
          </a:p>
        </p:txBody>
      </p:sp>
      <p:sp>
        <p:nvSpPr>
          <p:cNvPr id="139" name="Google Shape;139;p14"/>
          <p:cNvSpPr txBox="1"/>
          <p:nvPr/>
        </p:nvSpPr>
        <p:spPr>
          <a:xfrm>
            <a:off x="4238889" y="14804141"/>
            <a:ext cx="14464749" cy="1015663"/>
          </a:xfrm>
          <a:prstGeom prst="rect">
            <a:avLst/>
          </a:prstGeom>
          <a:noFill/>
          <a:ln>
            <a:noFill/>
          </a:ln>
        </p:spPr>
        <p:txBody>
          <a:bodyPr anchorCtr="0" anchor="t" bIns="45700" lIns="91425" spcFirstLastPara="1" rIns="91425" wrap="square" tIns="45700">
            <a:spAutoFit/>
          </a:bodyPr>
          <a:lstStyle/>
          <a:p>
            <a:pPr indent="-2346325" lvl="0" marL="2346325" marR="0" rtl="0" algn="l">
              <a:lnSpc>
                <a:spcPct val="100000"/>
              </a:lnSpc>
              <a:spcBef>
                <a:spcPts val="0"/>
              </a:spcBef>
              <a:spcAft>
                <a:spcPts val="0"/>
              </a:spcAft>
              <a:buNone/>
            </a:pPr>
            <a:r>
              <a:rPr b="1" i="0" lang="en-IN" sz="6000" u="none" cap="none" strike="noStrike">
                <a:solidFill>
                  <a:schemeClr val="lt1"/>
                </a:solidFill>
                <a:latin typeface="Cambria"/>
                <a:ea typeface="Cambria"/>
                <a:cs typeface="Cambria"/>
                <a:sym typeface="Cambria"/>
              </a:rPr>
              <a:t>Type option here</a:t>
            </a:r>
            <a:endParaRPr/>
          </a:p>
        </p:txBody>
      </p:sp>
    </p:spTree>
  </p:cSld>
  <p:clrMapOvr>
    <a:masterClrMapping/>
  </p:clrMapOvr>
  <mc:AlternateContent>
    <mc:Choice Requires="p14">
      <p:transition spd="slow" p14:dur="900">
        <p:fade thruBlk="1"/>
      </p:transition>
    </mc:Choice>
    <mc:Fallback>
      <p:transition spd="slow">
        <p:fade/>
      </p:transition>
    </mc:Fallback>
  </mc:AlternateContent>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dk1"/>
        </a:solidFill>
      </p:bgPr>
    </p:bg>
    <p:spTree>
      <p:nvGrpSpPr>
        <p:cNvPr id="144" name="Shape 144"/>
        <p:cNvGrpSpPr/>
        <p:nvPr/>
      </p:nvGrpSpPr>
      <p:grpSpPr>
        <a:xfrm>
          <a:off x="0" y="0"/>
          <a:ext cx="0" cy="0"/>
          <a:chOff x="0" y="0"/>
          <a:chExt cx="0" cy="0"/>
        </a:xfrm>
      </p:grpSpPr>
      <p:sp>
        <p:nvSpPr>
          <p:cNvPr id="145" name="Google Shape;145;p15"/>
          <p:cNvSpPr txBox="1"/>
          <p:nvPr/>
        </p:nvSpPr>
        <p:spPr>
          <a:xfrm>
            <a:off x="5345559" y="4274296"/>
            <a:ext cx="28647300" cy="1184899"/>
          </a:xfrm>
          <a:prstGeom prst="rect">
            <a:avLst/>
          </a:prstGeom>
          <a:noFill/>
          <a:ln>
            <a:noFill/>
          </a:ln>
        </p:spPr>
        <p:txBody>
          <a:bodyPr anchorCtr="0" anchor="t" bIns="45700" lIns="91425" spcFirstLastPara="1" rIns="91425" wrap="square" tIns="45700">
            <a:spAutoFit/>
          </a:bodyPr>
          <a:lstStyle/>
          <a:p>
            <a:pPr indent="0" lvl="0" marL="0" marR="0" rtl="0" algn="just">
              <a:lnSpc>
                <a:spcPct val="110000"/>
              </a:lnSpc>
              <a:spcBef>
                <a:spcPts val="600"/>
              </a:spcBef>
              <a:spcAft>
                <a:spcPts val="0"/>
              </a:spcAft>
              <a:buClr>
                <a:srgbClr val="000000"/>
              </a:buClr>
              <a:buSzPts val="6000"/>
              <a:buFont typeface="Arial"/>
              <a:buNone/>
            </a:pPr>
            <a:r>
              <a:rPr b="1" i="0" lang="en-IN" sz="6000" u="none" cap="none" strike="noStrike">
                <a:solidFill>
                  <a:schemeClr val="lt1"/>
                </a:solidFill>
                <a:latin typeface="Cambria"/>
                <a:ea typeface="Cambria"/>
                <a:cs typeface="Cambria"/>
                <a:sym typeface="Cambria"/>
              </a:rPr>
              <a:t>Type Sub Heading Text Here (Font Size: 60pt) in Bold</a:t>
            </a:r>
            <a:endParaRPr b="1" i="0" sz="6000" u="none" cap="none" strike="noStrike">
              <a:solidFill>
                <a:srgbClr val="000000"/>
              </a:solidFill>
              <a:latin typeface="Arial"/>
              <a:ea typeface="Arial"/>
              <a:cs typeface="Arial"/>
              <a:sym typeface="Arial"/>
            </a:endParaRPr>
          </a:p>
        </p:txBody>
      </p:sp>
      <p:sp>
        <p:nvSpPr>
          <p:cNvPr id="146" name="Google Shape;146;p15"/>
          <p:cNvSpPr txBox="1"/>
          <p:nvPr/>
        </p:nvSpPr>
        <p:spPr>
          <a:xfrm>
            <a:off x="5345559" y="6533401"/>
            <a:ext cx="28647300" cy="1015622"/>
          </a:xfrm>
          <a:prstGeom prst="rect">
            <a:avLst/>
          </a:prstGeom>
          <a:noFill/>
          <a:ln>
            <a:noFill/>
          </a:ln>
        </p:spPr>
        <p:txBody>
          <a:bodyPr anchorCtr="0" anchor="t" bIns="45700" lIns="91425" spcFirstLastPara="1" rIns="91425" wrap="square" tIns="45700">
            <a:spAutoFit/>
          </a:bodyPr>
          <a:lstStyle/>
          <a:p>
            <a:pPr indent="0" lvl="0" marL="0" marR="0" rtl="0" algn="just">
              <a:lnSpc>
                <a:spcPct val="110000"/>
              </a:lnSpc>
              <a:spcBef>
                <a:spcPts val="600"/>
              </a:spcBef>
              <a:spcAft>
                <a:spcPts val="0"/>
              </a:spcAft>
              <a:buClr>
                <a:srgbClr val="000000"/>
              </a:buClr>
              <a:buSzPts val="5000"/>
              <a:buFont typeface="Arial"/>
              <a:buNone/>
            </a:pPr>
            <a:r>
              <a:rPr b="0" i="0" lang="en-IN" sz="5000" u="none" cap="none" strike="noStrike">
                <a:solidFill>
                  <a:schemeClr val="lt1"/>
                </a:solidFill>
                <a:latin typeface="Cambria"/>
                <a:ea typeface="Cambria"/>
                <a:cs typeface="Cambria"/>
                <a:sym typeface="Cambria"/>
              </a:rPr>
              <a:t>Type Body Text Here (Font Size: 50pt) Normal</a:t>
            </a:r>
            <a:endParaRPr b="0" i="0" sz="5000" u="none" cap="none" strike="noStrike">
              <a:solidFill>
                <a:srgbClr val="000000"/>
              </a:solidFill>
              <a:latin typeface="Arial"/>
              <a:ea typeface="Arial"/>
              <a:cs typeface="Arial"/>
              <a:sym typeface="Arial"/>
            </a:endParaRPr>
          </a:p>
        </p:txBody>
      </p:sp>
      <p:grpSp>
        <p:nvGrpSpPr>
          <p:cNvPr id="147" name="Google Shape;147;p15"/>
          <p:cNvGrpSpPr/>
          <p:nvPr/>
        </p:nvGrpSpPr>
        <p:grpSpPr>
          <a:xfrm>
            <a:off x="185330" y="-803658"/>
            <a:ext cx="26601211" cy="6019512"/>
            <a:chOff x="185330" y="-803658"/>
            <a:chExt cx="26601211" cy="6019512"/>
          </a:xfrm>
        </p:grpSpPr>
        <p:sp>
          <p:nvSpPr>
            <p:cNvPr id="148" name="Google Shape;148;p15"/>
            <p:cNvSpPr/>
            <p:nvPr/>
          </p:nvSpPr>
          <p:spPr>
            <a:xfrm>
              <a:off x="1780335" y="843803"/>
              <a:ext cx="25006206" cy="2748660"/>
            </a:xfrm>
            <a:prstGeom prst="roundRect">
              <a:avLst>
                <a:gd fmla="val 50000" name="adj"/>
              </a:avLst>
            </a:prstGeom>
            <a:solidFill>
              <a:srgbClr val="8E0000"/>
            </a:solidFill>
            <a:ln cap="flat" cmpd="sng" w="104775">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800" u="none" cap="none" strike="noStrike">
                <a:solidFill>
                  <a:schemeClr val="lt1"/>
                </a:solidFill>
                <a:latin typeface="Arial"/>
                <a:ea typeface="Arial"/>
                <a:cs typeface="Arial"/>
                <a:sym typeface="Arial"/>
              </a:endParaRPr>
            </a:p>
          </p:txBody>
        </p:sp>
        <p:sp>
          <p:nvSpPr>
            <p:cNvPr id="149" name="Google Shape;149;p15"/>
            <p:cNvSpPr txBox="1"/>
            <p:nvPr/>
          </p:nvSpPr>
          <p:spPr>
            <a:xfrm>
              <a:off x="5345559" y="1525636"/>
              <a:ext cx="21440982" cy="1323399"/>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400"/>
                <a:buFont typeface="Arial"/>
                <a:buNone/>
              </a:pPr>
              <a:r>
                <a:rPr b="1" i="0" lang="en-IN" sz="8000" u="none" cap="none" strike="noStrike">
                  <a:solidFill>
                    <a:schemeClr val="lt1"/>
                  </a:solidFill>
                  <a:latin typeface="Cambria"/>
                  <a:ea typeface="Cambria"/>
                  <a:cs typeface="Cambria"/>
                  <a:sym typeface="Cambria"/>
                </a:rPr>
                <a:t>Type Heading here (Font Size: 80pt) in Bold</a:t>
              </a:r>
              <a:endParaRPr b="0" i="0" sz="1400" u="none" cap="none" strike="noStrike">
                <a:solidFill>
                  <a:srgbClr val="000000"/>
                </a:solidFill>
                <a:latin typeface="Arial"/>
                <a:ea typeface="Arial"/>
                <a:cs typeface="Arial"/>
                <a:sym typeface="Arial"/>
              </a:endParaRPr>
            </a:p>
          </p:txBody>
        </p:sp>
        <p:pic>
          <p:nvPicPr>
            <p:cNvPr id="150" name="Google Shape;150;p15"/>
            <p:cNvPicPr preferRelativeResize="0"/>
            <p:nvPr/>
          </p:nvPicPr>
          <p:blipFill rotWithShape="1">
            <a:blip r:embed="rId3">
              <a:alphaModFix/>
            </a:blip>
            <a:srcRect b="0" l="0" r="0" t="0"/>
            <a:stretch/>
          </p:blipFill>
          <p:spPr>
            <a:xfrm rot="-611711">
              <a:off x="621103" y="-453505"/>
              <a:ext cx="4430993" cy="5319205"/>
            </a:xfrm>
            <a:prstGeom prst="rect">
              <a:avLst/>
            </a:prstGeom>
            <a:noFill/>
            <a:ln>
              <a:noFill/>
            </a:ln>
            <a:effectLst>
              <a:outerShdw blurRad="190500" rotWithShape="0" algn="tl" dir="2700000" dist="152400">
                <a:srgbClr val="000000">
                  <a:alpha val="50196"/>
                </a:srgbClr>
              </a:outerShdw>
            </a:effectLst>
          </p:spPr>
        </p:pic>
      </p:grpSp>
    </p:spTree>
  </p:cSld>
  <p:clrMapOvr>
    <a:masterClrMapping/>
  </p:clrMapOvr>
  <mc:AlternateContent>
    <mc:Choice Requires="p14">
      <p:transition spd="slow" p14:dur="900">
        <p:fade thruBlk="1"/>
      </p:transition>
    </mc:Choice>
    <mc:Fallback>
      <p:transition spd="slow">
        <p:fade/>
      </p:transition>
    </mc:Fallback>
  </mc:AlternateContent>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dk1"/>
        </a:solidFill>
      </p:bgPr>
    </p:bg>
    <p:spTree>
      <p:nvGrpSpPr>
        <p:cNvPr id="155" name="Shape 155"/>
        <p:cNvGrpSpPr/>
        <p:nvPr/>
      </p:nvGrpSpPr>
      <p:grpSpPr>
        <a:xfrm>
          <a:off x="0" y="0"/>
          <a:ext cx="0" cy="0"/>
          <a:chOff x="0" y="0"/>
          <a:chExt cx="0" cy="0"/>
        </a:xfrm>
      </p:grpSpPr>
      <p:grpSp>
        <p:nvGrpSpPr>
          <p:cNvPr id="156" name="Google Shape;156;p16"/>
          <p:cNvGrpSpPr/>
          <p:nvPr/>
        </p:nvGrpSpPr>
        <p:grpSpPr>
          <a:xfrm>
            <a:off x="-1864528" y="681774"/>
            <a:ext cx="9341092" cy="1569660"/>
            <a:chOff x="-1864528" y="681774"/>
            <a:chExt cx="9341092" cy="1569660"/>
          </a:xfrm>
        </p:grpSpPr>
        <p:sp>
          <p:nvSpPr>
            <p:cNvPr id="157" name="Google Shape;157;p16"/>
            <p:cNvSpPr/>
            <p:nvPr/>
          </p:nvSpPr>
          <p:spPr>
            <a:xfrm>
              <a:off x="-1864528" y="681774"/>
              <a:ext cx="8265328" cy="1569660"/>
            </a:xfrm>
            <a:prstGeom prst="roundRect">
              <a:avLst>
                <a:gd fmla="val 50000" name="adj"/>
              </a:avLst>
            </a:prstGeom>
            <a:solidFill>
              <a:srgbClr val="8E0000"/>
            </a:solidFill>
            <a:ln cap="flat" cmpd="sng" w="104775">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800" u="none" cap="none" strike="noStrike">
                <a:solidFill>
                  <a:schemeClr val="lt1"/>
                </a:solidFill>
                <a:latin typeface="Arial"/>
                <a:ea typeface="Arial"/>
                <a:cs typeface="Arial"/>
                <a:sym typeface="Arial"/>
              </a:endParaRPr>
            </a:p>
          </p:txBody>
        </p:sp>
        <p:sp>
          <p:nvSpPr>
            <p:cNvPr id="158" name="Google Shape;158;p16"/>
            <p:cNvSpPr txBox="1"/>
            <p:nvPr/>
          </p:nvSpPr>
          <p:spPr>
            <a:xfrm>
              <a:off x="1039499" y="827049"/>
              <a:ext cx="6437065" cy="1015622"/>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IN" sz="6000" u="none" cap="none" strike="noStrike">
                  <a:solidFill>
                    <a:schemeClr val="lt1"/>
                  </a:solidFill>
                  <a:latin typeface="Cambria"/>
                  <a:ea typeface="Cambria"/>
                  <a:cs typeface="Cambria"/>
                  <a:sym typeface="Cambria"/>
                </a:rPr>
                <a:t>Sub Heading</a:t>
              </a:r>
              <a:endParaRPr b="1" i="0" sz="6000" u="none" cap="none" strike="noStrike">
                <a:solidFill>
                  <a:schemeClr val="lt1"/>
                </a:solidFill>
                <a:latin typeface="Cambria"/>
                <a:ea typeface="Cambria"/>
                <a:cs typeface="Cambria"/>
                <a:sym typeface="Cambria"/>
              </a:endParaRPr>
            </a:p>
          </p:txBody>
        </p:sp>
      </p:grpSp>
    </p:spTree>
  </p:cSld>
  <p:clrMapOvr>
    <a:masterClrMapping/>
  </p:clrMapOvr>
  <mc:AlternateContent>
    <mc:Choice Requires="p14">
      <p:transition spd="slow" p14:dur="900">
        <p:fade thruBlk="1"/>
      </p:transition>
    </mc:Choice>
    <mc:Fallback>
      <p:transition spd="slow">
        <p:fade/>
      </p:transition>
    </mc:Fallback>
  </mc:AlternateContent>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dk1"/>
        </a:solidFill>
      </p:bgPr>
    </p:bg>
    <p:spTree>
      <p:nvGrpSpPr>
        <p:cNvPr id="163" name="Shape 163"/>
        <p:cNvGrpSpPr/>
        <p:nvPr/>
      </p:nvGrpSpPr>
      <p:grpSpPr>
        <a:xfrm>
          <a:off x="0" y="0"/>
          <a:ext cx="0" cy="0"/>
          <a:chOff x="0" y="0"/>
          <a:chExt cx="0" cy="0"/>
        </a:xfrm>
      </p:grpSpPr>
      <p:sp>
        <p:nvSpPr>
          <p:cNvPr id="164" name="Google Shape;164;p17"/>
          <p:cNvSpPr txBox="1"/>
          <p:nvPr/>
        </p:nvSpPr>
        <p:spPr>
          <a:xfrm>
            <a:off x="1104806" y="2795386"/>
            <a:ext cx="8627100" cy="2400617"/>
          </a:xfrm>
          <a:prstGeom prst="rect">
            <a:avLst/>
          </a:prstGeom>
          <a:noFill/>
          <a:ln>
            <a:noFill/>
          </a:ln>
        </p:spPr>
        <p:txBody>
          <a:bodyPr anchorCtr="0" anchor="t" bIns="45700" lIns="91425" spcFirstLastPara="1" rIns="91425" wrap="square" tIns="45700">
            <a:spAutoFit/>
          </a:bodyPr>
          <a:lstStyle/>
          <a:p>
            <a:pPr indent="0" lvl="0" marL="0" marR="0" rtl="0" algn="l">
              <a:lnSpc>
                <a:spcPct val="150000"/>
              </a:lnSpc>
              <a:spcBef>
                <a:spcPts val="0"/>
              </a:spcBef>
              <a:spcAft>
                <a:spcPts val="0"/>
              </a:spcAft>
              <a:buNone/>
            </a:pPr>
            <a:r>
              <a:rPr b="0" i="0" lang="en-IN" sz="5000" u="none" cap="none" strike="noStrike">
                <a:solidFill>
                  <a:schemeClr val="lt1"/>
                </a:solidFill>
                <a:latin typeface="Cambria"/>
                <a:ea typeface="Cambria"/>
                <a:cs typeface="Cambria"/>
                <a:sym typeface="Cambria"/>
              </a:rPr>
              <a:t>Body Text</a:t>
            </a:r>
            <a:endParaRPr/>
          </a:p>
          <a:p>
            <a:pPr indent="0" lvl="0" marL="0" marR="0" rtl="0" algn="l">
              <a:lnSpc>
                <a:spcPct val="150000"/>
              </a:lnSpc>
              <a:spcBef>
                <a:spcPts val="0"/>
              </a:spcBef>
              <a:spcAft>
                <a:spcPts val="0"/>
              </a:spcAft>
              <a:buNone/>
            </a:pPr>
            <a:r>
              <a:t/>
            </a:r>
            <a:endParaRPr b="0" i="0" sz="5000" u="none" cap="none" strike="noStrike">
              <a:solidFill>
                <a:schemeClr val="lt1"/>
              </a:solidFill>
              <a:latin typeface="Cambria"/>
              <a:ea typeface="Cambria"/>
              <a:cs typeface="Cambria"/>
              <a:sym typeface="Cambria"/>
            </a:endParaRPr>
          </a:p>
        </p:txBody>
      </p:sp>
      <p:pic>
        <p:nvPicPr>
          <p:cNvPr descr="Gravity - Newton's Law, Universal Force, Mass Attraction | Britannica" id="165" name="Google Shape;165;p17"/>
          <p:cNvPicPr preferRelativeResize="0"/>
          <p:nvPr/>
        </p:nvPicPr>
        <p:blipFill rotWithShape="1">
          <a:blip r:embed="rId3">
            <a:alphaModFix/>
          </a:blip>
          <a:srcRect b="5774" l="0" r="0" t="0"/>
          <a:stretch/>
        </p:blipFill>
        <p:spPr>
          <a:xfrm>
            <a:off x="23055193" y="3995695"/>
            <a:ext cx="11880273" cy="13054558"/>
          </a:xfrm>
          <a:prstGeom prst="roundRect">
            <a:avLst>
              <a:gd fmla="val 4027" name="adj"/>
            </a:avLst>
          </a:prstGeom>
          <a:noFill/>
          <a:ln>
            <a:noFill/>
          </a:ln>
          <a:effectLst>
            <a:outerShdw blurRad="76200" rotWithShape="0" algn="tl" dir="7800000" dist="38100">
              <a:srgbClr val="000000">
                <a:alpha val="40000"/>
              </a:srgbClr>
            </a:outerShdw>
          </a:effectLst>
        </p:spPr>
      </p:pic>
      <p:grpSp>
        <p:nvGrpSpPr>
          <p:cNvPr id="166" name="Google Shape;166;p17"/>
          <p:cNvGrpSpPr/>
          <p:nvPr/>
        </p:nvGrpSpPr>
        <p:grpSpPr>
          <a:xfrm>
            <a:off x="-1864528" y="681774"/>
            <a:ext cx="9341092" cy="1569660"/>
            <a:chOff x="-1864528" y="681774"/>
            <a:chExt cx="9341092" cy="1569660"/>
          </a:xfrm>
        </p:grpSpPr>
        <p:sp>
          <p:nvSpPr>
            <p:cNvPr id="167" name="Google Shape;167;p17"/>
            <p:cNvSpPr/>
            <p:nvPr/>
          </p:nvSpPr>
          <p:spPr>
            <a:xfrm>
              <a:off x="-1864528" y="681774"/>
              <a:ext cx="8265328" cy="1569660"/>
            </a:xfrm>
            <a:prstGeom prst="roundRect">
              <a:avLst>
                <a:gd fmla="val 50000" name="adj"/>
              </a:avLst>
            </a:prstGeom>
            <a:solidFill>
              <a:srgbClr val="8E0000"/>
            </a:solidFill>
            <a:ln cap="flat" cmpd="sng" w="104775">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800" u="none" cap="none" strike="noStrike">
                <a:solidFill>
                  <a:schemeClr val="lt1"/>
                </a:solidFill>
                <a:latin typeface="Arial"/>
                <a:ea typeface="Arial"/>
                <a:cs typeface="Arial"/>
                <a:sym typeface="Arial"/>
              </a:endParaRPr>
            </a:p>
          </p:txBody>
        </p:sp>
        <p:sp>
          <p:nvSpPr>
            <p:cNvPr id="168" name="Google Shape;168;p17"/>
            <p:cNvSpPr txBox="1"/>
            <p:nvPr/>
          </p:nvSpPr>
          <p:spPr>
            <a:xfrm>
              <a:off x="1039499" y="827049"/>
              <a:ext cx="6437065" cy="1015622"/>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IN" sz="6000" u="none" cap="none" strike="noStrike">
                  <a:solidFill>
                    <a:schemeClr val="lt1"/>
                  </a:solidFill>
                  <a:latin typeface="Cambria"/>
                  <a:ea typeface="Cambria"/>
                  <a:cs typeface="Cambria"/>
                  <a:sym typeface="Cambria"/>
                </a:rPr>
                <a:t>Sub Heading</a:t>
              </a:r>
              <a:endParaRPr b="1" i="0" sz="6000" u="none" cap="none" strike="noStrike">
                <a:solidFill>
                  <a:schemeClr val="lt1"/>
                </a:solidFill>
                <a:latin typeface="Cambria"/>
                <a:ea typeface="Cambria"/>
                <a:cs typeface="Cambria"/>
                <a:sym typeface="Cambria"/>
              </a:endParaRPr>
            </a:p>
          </p:txBody>
        </p:sp>
      </p:grpSp>
    </p:spTree>
  </p:cSld>
  <p:clrMapOvr>
    <a:masterClrMapping/>
  </p:clrMapOvr>
  <mc:AlternateContent>
    <mc:Choice Requires="p14">
      <p:transition spd="slow" p14:dur="900">
        <p:fade thruBlk="1"/>
      </p:transition>
    </mc:Choice>
    <mc:Fallback>
      <p:transition spd="slow">
        <p:fade/>
      </p:transition>
    </mc:Fallback>
  </mc:AlternateContent>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dk1"/>
        </a:solidFill>
      </p:bgPr>
    </p:bg>
    <p:spTree>
      <p:nvGrpSpPr>
        <p:cNvPr id="173" name="Shape 173"/>
        <p:cNvGrpSpPr/>
        <p:nvPr/>
      </p:nvGrpSpPr>
      <p:grpSpPr>
        <a:xfrm>
          <a:off x="0" y="0"/>
          <a:ext cx="0" cy="0"/>
          <a:chOff x="0" y="0"/>
          <a:chExt cx="0" cy="0"/>
        </a:xfrm>
      </p:grpSpPr>
      <p:pic>
        <p:nvPicPr>
          <p:cNvPr descr="Gravity - Newton's Law, Universal Force, Mass Attraction | Britannica" id="174" name="Google Shape;174;p18"/>
          <p:cNvPicPr preferRelativeResize="0"/>
          <p:nvPr/>
        </p:nvPicPr>
        <p:blipFill rotWithShape="1">
          <a:blip r:embed="rId3">
            <a:alphaModFix/>
          </a:blip>
          <a:srcRect b="5774" l="0" r="0" t="0"/>
          <a:stretch/>
        </p:blipFill>
        <p:spPr>
          <a:xfrm>
            <a:off x="21592499" y="4368877"/>
            <a:ext cx="11880273" cy="13054558"/>
          </a:xfrm>
          <a:prstGeom prst="roundRect">
            <a:avLst>
              <a:gd fmla="val 4027" name="adj"/>
            </a:avLst>
          </a:prstGeom>
          <a:noFill/>
          <a:ln>
            <a:noFill/>
          </a:ln>
          <a:effectLst>
            <a:outerShdw blurRad="76200" rotWithShape="0" algn="tl" dir="7800000" dist="38100">
              <a:srgbClr val="000000">
                <a:alpha val="40000"/>
              </a:srgbClr>
            </a:outerShdw>
          </a:effectLst>
        </p:spPr>
      </p:pic>
      <p:grpSp>
        <p:nvGrpSpPr>
          <p:cNvPr id="175" name="Google Shape;175;p18"/>
          <p:cNvGrpSpPr/>
          <p:nvPr/>
        </p:nvGrpSpPr>
        <p:grpSpPr>
          <a:xfrm>
            <a:off x="-1864528" y="681774"/>
            <a:ext cx="7466218" cy="1569660"/>
            <a:chOff x="-1864528" y="681774"/>
            <a:chExt cx="7466218" cy="1569660"/>
          </a:xfrm>
        </p:grpSpPr>
        <p:sp>
          <p:nvSpPr>
            <p:cNvPr id="176" name="Google Shape;176;p18"/>
            <p:cNvSpPr/>
            <p:nvPr/>
          </p:nvSpPr>
          <p:spPr>
            <a:xfrm>
              <a:off x="-1864528" y="681774"/>
              <a:ext cx="7081988" cy="1569660"/>
            </a:xfrm>
            <a:prstGeom prst="roundRect">
              <a:avLst>
                <a:gd fmla="val 50000" name="adj"/>
              </a:avLst>
            </a:prstGeom>
            <a:solidFill>
              <a:srgbClr val="8E0000"/>
            </a:solidFill>
            <a:ln cap="flat" cmpd="sng" w="104775">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800" u="none" cap="none" strike="noStrike">
                <a:solidFill>
                  <a:schemeClr val="lt1"/>
                </a:solidFill>
                <a:latin typeface="Arial"/>
                <a:ea typeface="Arial"/>
                <a:cs typeface="Arial"/>
                <a:sym typeface="Arial"/>
              </a:endParaRPr>
            </a:p>
          </p:txBody>
        </p:sp>
        <p:sp>
          <p:nvSpPr>
            <p:cNvPr id="177" name="Google Shape;177;p18"/>
            <p:cNvSpPr txBox="1"/>
            <p:nvPr/>
          </p:nvSpPr>
          <p:spPr>
            <a:xfrm>
              <a:off x="1039500" y="827049"/>
              <a:ext cx="4562190" cy="1015622"/>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IN" sz="6000" u="none" cap="none" strike="noStrike">
                  <a:solidFill>
                    <a:schemeClr val="lt1"/>
                  </a:solidFill>
                  <a:latin typeface="Cambria"/>
                  <a:ea typeface="Cambria"/>
                  <a:cs typeface="Cambria"/>
                  <a:sym typeface="Cambria"/>
                </a:rPr>
                <a:t>Question</a:t>
              </a:r>
              <a:endParaRPr b="1" i="0" sz="6000" u="none" cap="none" strike="noStrike">
                <a:solidFill>
                  <a:schemeClr val="lt1"/>
                </a:solidFill>
                <a:latin typeface="Cambria"/>
                <a:ea typeface="Cambria"/>
                <a:cs typeface="Cambria"/>
                <a:sym typeface="Cambria"/>
              </a:endParaRPr>
            </a:p>
          </p:txBody>
        </p:sp>
      </p:grpSp>
      <p:sp>
        <p:nvSpPr>
          <p:cNvPr id="178" name="Google Shape;178;p18"/>
          <p:cNvSpPr txBox="1"/>
          <p:nvPr/>
        </p:nvSpPr>
        <p:spPr>
          <a:xfrm>
            <a:off x="3107605" y="4726684"/>
            <a:ext cx="8627100" cy="1015622"/>
          </a:xfrm>
          <a:prstGeom prst="rect">
            <a:avLst/>
          </a:prstGeom>
          <a:noFill/>
          <a:ln>
            <a:noFill/>
          </a:ln>
        </p:spPr>
        <p:txBody>
          <a:bodyPr anchorCtr="0" anchor="t" bIns="45700" lIns="91425" spcFirstLastPara="1" rIns="91425" wrap="square" tIns="45700">
            <a:spAutoFit/>
          </a:bodyPr>
          <a:lstStyle/>
          <a:p>
            <a:pPr indent="-2346325" lvl="0" marL="2346325" marR="0" rtl="0" algn="l">
              <a:lnSpc>
                <a:spcPct val="100000"/>
              </a:lnSpc>
              <a:spcBef>
                <a:spcPts val="0"/>
              </a:spcBef>
              <a:spcAft>
                <a:spcPts val="0"/>
              </a:spcAft>
              <a:buNone/>
            </a:pPr>
            <a:r>
              <a:rPr b="1" i="0" lang="en-IN" sz="6000" u="none" cap="none" strike="noStrike">
                <a:solidFill>
                  <a:schemeClr val="lt1"/>
                </a:solidFill>
                <a:latin typeface="Cambria"/>
                <a:ea typeface="Cambria"/>
                <a:cs typeface="Cambria"/>
                <a:sym typeface="Cambria"/>
              </a:rPr>
              <a:t>Topic heading here</a:t>
            </a:r>
            <a:endParaRPr b="1" i="0" sz="6000" u="none" cap="none" strike="noStrike">
              <a:solidFill>
                <a:schemeClr val="lt1"/>
              </a:solidFill>
              <a:latin typeface="Cambria"/>
              <a:ea typeface="Cambria"/>
              <a:cs typeface="Cambria"/>
              <a:sym typeface="Cambria"/>
            </a:endParaRPr>
          </a:p>
        </p:txBody>
      </p:sp>
      <p:sp>
        <p:nvSpPr>
          <p:cNvPr id="179" name="Google Shape;179;p18"/>
          <p:cNvSpPr txBox="1"/>
          <p:nvPr/>
        </p:nvSpPr>
        <p:spPr>
          <a:xfrm>
            <a:off x="3107605" y="7388624"/>
            <a:ext cx="8627100" cy="1015622"/>
          </a:xfrm>
          <a:prstGeom prst="rect">
            <a:avLst/>
          </a:prstGeom>
          <a:noFill/>
          <a:ln>
            <a:noFill/>
          </a:ln>
        </p:spPr>
        <p:txBody>
          <a:bodyPr anchorCtr="0" anchor="t" bIns="45700" lIns="91425" spcFirstLastPara="1" rIns="91425" wrap="square" tIns="45700">
            <a:spAutoFit/>
          </a:bodyPr>
          <a:lstStyle/>
          <a:p>
            <a:pPr indent="-2346325" lvl="0" marL="2346325" marR="0" rtl="0" algn="l">
              <a:lnSpc>
                <a:spcPct val="100000"/>
              </a:lnSpc>
              <a:spcBef>
                <a:spcPts val="0"/>
              </a:spcBef>
              <a:spcAft>
                <a:spcPts val="0"/>
              </a:spcAft>
              <a:buNone/>
            </a:pPr>
            <a:r>
              <a:rPr b="1" i="0" lang="en-IN" sz="6000" u="none" cap="none" strike="noStrike">
                <a:solidFill>
                  <a:schemeClr val="lt1"/>
                </a:solidFill>
                <a:latin typeface="Cambria"/>
                <a:ea typeface="Cambria"/>
                <a:cs typeface="Cambria"/>
                <a:sym typeface="Cambria"/>
              </a:rPr>
              <a:t>Topic heading here</a:t>
            </a:r>
            <a:endParaRPr b="1" i="0" sz="6000" u="none" cap="none" strike="noStrike">
              <a:solidFill>
                <a:schemeClr val="lt1"/>
              </a:solidFill>
              <a:latin typeface="Cambria"/>
              <a:ea typeface="Cambria"/>
              <a:cs typeface="Cambria"/>
              <a:sym typeface="Cambria"/>
            </a:endParaRPr>
          </a:p>
        </p:txBody>
      </p:sp>
      <p:sp>
        <p:nvSpPr>
          <p:cNvPr id="180" name="Google Shape;180;p18"/>
          <p:cNvSpPr txBox="1"/>
          <p:nvPr/>
        </p:nvSpPr>
        <p:spPr>
          <a:xfrm>
            <a:off x="3107605" y="10050564"/>
            <a:ext cx="8627100" cy="1015622"/>
          </a:xfrm>
          <a:prstGeom prst="rect">
            <a:avLst/>
          </a:prstGeom>
          <a:noFill/>
          <a:ln>
            <a:noFill/>
          </a:ln>
        </p:spPr>
        <p:txBody>
          <a:bodyPr anchorCtr="0" anchor="t" bIns="45700" lIns="91425" spcFirstLastPara="1" rIns="91425" wrap="square" tIns="45700">
            <a:spAutoFit/>
          </a:bodyPr>
          <a:lstStyle/>
          <a:p>
            <a:pPr indent="-2346325" lvl="0" marL="2346325" marR="0" rtl="0" algn="l">
              <a:lnSpc>
                <a:spcPct val="100000"/>
              </a:lnSpc>
              <a:spcBef>
                <a:spcPts val="0"/>
              </a:spcBef>
              <a:spcAft>
                <a:spcPts val="0"/>
              </a:spcAft>
              <a:buNone/>
            </a:pPr>
            <a:r>
              <a:rPr b="1" i="0" lang="en-IN" sz="6000" u="none" cap="none" strike="noStrike">
                <a:solidFill>
                  <a:schemeClr val="lt1"/>
                </a:solidFill>
                <a:latin typeface="Cambria"/>
                <a:ea typeface="Cambria"/>
                <a:cs typeface="Cambria"/>
                <a:sym typeface="Cambria"/>
              </a:rPr>
              <a:t>Topic heading here</a:t>
            </a:r>
            <a:endParaRPr b="1" i="0" sz="6000" u="none" cap="none" strike="noStrike">
              <a:solidFill>
                <a:schemeClr val="lt1"/>
              </a:solidFill>
              <a:latin typeface="Cambria"/>
              <a:ea typeface="Cambria"/>
              <a:cs typeface="Cambria"/>
              <a:sym typeface="Cambria"/>
            </a:endParaRPr>
          </a:p>
        </p:txBody>
      </p:sp>
      <p:sp>
        <p:nvSpPr>
          <p:cNvPr id="181" name="Google Shape;181;p18"/>
          <p:cNvSpPr txBox="1"/>
          <p:nvPr/>
        </p:nvSpPr>
        <p:spPr>
          <a:xfrm>
            <a:off x="3107605" y="12712504"/>
            <a:ext cx="8627100" cy="1015622"/>
          </a:xfrm>
          <a:prstGeom prst="rect">
            <a:avLst/>
          </a:prstGeom>
          <a:noFill/>
          <a:ln>
            <a:noFill/>
          </a:ln>
        </p:spPr>
        <p:txBody>
          <a:bodyPr anchorCtr="0" anchor="t" bIns="45700" lIns="91425" spcFirstLastPara="1" rIns="91425" wrap="square" tIns="45700">
            <a:spAutoFit/>
          </a:bodyPr>
          <a:lstStyle/>
          <a:p>
            <a:pPr indent="-2346325" lvl="0" marL="2346325" marR="0" rtl="0" algn="l">
              <a:lnSpc>
                <a:spcPct val="100000"/>
              </a:lnSpc>
              <a:spcBef>
                <a:spcPts val="0"/>
              </a:spcBef>
              <a:spcAft>
                <a:spcPts val="0"/>
              </a:spcAft>
              <a:buNone/>
            </a:pPr>
            <a:r>
              <a:rPr b="1" i="0" lang="en-IN" sz="6000" u="none" cap="none" strike="noStrike">
                <a:solidFill>
                  <a:schemeClr val="lt1"/>
                </a:solidFill>
                <a:latin typeface="Cambria"/>
                <a:ea typeface="Cambria"/>
                <a:cs typeface="Cambria"/>
                <a:sym typeface="Cambria"/>
              </a:rPr>
              <a:t>Topic heading here</a:t>
            </a:r>
            <a:endParaRPr b="1" i="0" sz="6000" u="none" cap="none" strike="noStrike">
              <a:solidFill>
                <a:schemeClr val="lt1"/>
              </a:solidFill>
              <a:latin typeface="Cambria"/>
              <a:ea typeface="Cambria"/>
              <a:cs typeface="Cambria"/>
              <a:sym typeface="Cambria"/>
            </a:endParaRPr>
          </a:p>
        </p:txBody>
      </p:sp>
      <p:grpSp>
        <p:nvGrpSpPr>
          <p:cNvPr id="182" name="Google Shape;182;p18"/>
          <p:cNvGrpSpPr/>
          <p:nvPr/>
        </p:nvGrpSpPr>
        <p:grpSpPr>
          <a:xfrm>
            <a:off x="935294" y="4503170"/>
            <a:ext cx="1466724" cy="1462650"/>
            <a:chOff x="9695019" y="16315998"/>
            <a:chExt cx="1466724" cy="1462650"/>
          </a:xfrm>
        </p:grpSpPr>
        <p:sp>
          <p:nvSpPr>
            <p:cNvPr id="183" name="Google Shape;183;p18"/>
            <p:cNvSpPr/>
            <p:nvPr/>
          </p:nvSpPr>
          <p:spPr>
            <a:xfrm>
              <a:off x="9699095" y="16315998"/>
              <a:ext cx="1462648" cy="1462650"/>
            </a:xfrm>
            <a:prstGeom prst="roundRect">
              <a:avLst>
                <a:gd fmla="val 16667" name="adj"/>
              </a:avLst>
            </a:prstGeom>
            <a:solidFill>
              <a:srgbClr val="C00000"/>
            </a:solidFill>
            <a:ln cap="flat" cmpd="sng" w="38100">
              <a:solidFill>
                <a:srgbClr val="FF0000"/>
              </a:solidFill>
              <a:prstDash val="solid"/>
              <a:round/>
              <a:headEnd len="sm" w="sm" type="none"/>
              <a:tailEnd len="sm" w="sm" type="none"/>
            </a:ln>
            <a:effectLst>
              <a:outerShdw blurRad="57785" algn="ctr" dir="3180000" dist="33020">
                <a:srgbClr val="000000">
                  <a:alpha val="30196"/>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6600" u="none" cap="none" strike="noStrike">
                <a:solidFill>
                  <a:schemeClr val="lt1"/>
                </a:solidFill>
                <a:latin typeface="Calibri"/>
                <a:ea typeface="Calibri"/>
                <a:cs typeface="Calibri"/>
                <a:sym typeface="Calibri"/>
              </a:endParaRPr>
            </a:p>
          </p:txBody>
        </p:sp>
        <p:sp>
          <p:nvSpPr>
            <p:cNvPr id="184" name="Google Shape;184;p18"/>
            <p:cNvSpPr txBox="1"/>
            <p:nvPr/>
          </p:nvSpPr>
          <p:spPr>
            <a:xfrm>
              <a:off x="9695019" y="16413229"/>
              <a:ext cx="1466724" cy="1200329"/>
            </a:xfrm>
            <a:prstGeom prst="rect">
              <a:avLst/>
            </a:prstGeom>
            <a:noFill/>
            <a:ln>
              <a:noFill/>
            </a:ln>
          </p:spPr>
          <p:txBody>
            <a:bodyPr anchorCtr="0" anchor="t" bIns="45700" lIns="91425" spcFirstLastPara="1" rIns="91425" wrap="square" tIns="45700">
              <a:spAutoFit/>
            </a:bodyPr>
            <a:lstStyle/>
            <a:p>
              <a:pPr indent="-2346325" lvl="0" marL="2346325" marR="0" rtl="0" algn="ctr">
                <a:lnSpc>
                  <a:spcPct val="100000"/>
                </a:lnSpc>
                <a:spcBef>
                  <a:spcPts val="0"/>
                </a:spcBef>
                <a:spcAft>
                  <a:spcPts val="0"/>
                </a:spcAft>
                <a:buNone/>
              </a:pPr>
              <a:r>
                <a:rPr b="1" i="0" lang="en-IN" sz="7200" u="none" cap="none" strike="noStrike">
                  <a:solidFill>
                    <a:schemeClr val="lt1"/>
                  </a:solidFill>
                  <a:latin typeface="Cambria"/>
                  <a:ea typeface="Cambria"/>
                  <a:cs typeface="Cambria"/>
                  <a:sym typeface="Cambria"/>
                </a:rPr>
                <a:t>A</a:t>
              </a:r>
              <a:endParaRPr/>
            </a:p>
          </p:txBody>
        </p:sp>
      </p:grpSp>
      <p:grpSp>
        <p:nvGrpSpPr>
          <p:cNvPr id="185" name="Google Shape;185;p18"/>
          <p:cNvGrpSpPr/>
          <p:nvPr/>
        </p:nvGrpSpPr>
        <p:grpSpPr>
          <a:xfrm>
            <a:off x="935294" y="7165110"/>
            <a:ext cx="1466724" cy="1462650"/>
            <a:chOff x="9695019" y="16315998"/>
            <a:chExt cx="1466724" cy="1462650"/>
          </a:xfrm>
        </p:grpSpPr>
        <p:sp>
          <p:nvSpPr>
            <p:cNvPr id="186" name="Google Shape;186;p18"/>
            <p:cNvSpPr/>
            <p:nvPr/>
          </p:nvSpPr>
          <p:spPr>
            <a:xfrm>
              <a:off x="9699095" y="16315998"/>
              <a:ext cx="1462648" cy="1462650"/>
            </a:xfrm>
            <a:prstGeom prst="roundRect">
              <a:avLst>
                <a:gd fmla="val 16667" name="adj"/>
              </a:avLst>
            </a:prstGeom>
            <a:solidFill>
              <a:srgbClr val="C00000"/>
            </a:solidFill>
            <a:ln cap="flat" cmpd="sng" w="38100">
              <a:solidFill>
                <a:srgbClr val="FF0000"/>
              </a:solidFill>
              <a:prstDash val="solid"/>
              <a:round/>
              <a:headEnd len="sm" w="sm" type="none"/>
              <a:tailEnd len="sm" w="sm" type="none"/>
            </a:ln>
            <a:effectLst>
              <a:outerShdw blurRad="57785" algn="ctr" dir="3180000" dist="33020">
                <a:srgbClr val="000000">
                  <a:alpha val="30196"/>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6600" u="none" cap="none" strike="noStrike">
                <a:solidFill>
                  <a:schemeClr val="lt1"/>
                </a:solidFill>
                <a:latin typeface="Calibri"/>
                <a:ea typeface="Calibri"/>
                <a:cs typeface="Calibri"/>
                <a:sym typeface="Calibri"/>
              </a:endParaRPr>
            </a:p>
          </p:txBody>
        </p:sp>
        <p:sp>
          <p:nvSpPr>
            <p:cNvPr id="187" name="Google Shape;187;p18"/>
            <p:cNvSpPr txBox="1"/>
            <p:nvPr/>
          </p:nvSpPr>
          <p:spPr>
            <a:xfrm>
              <a:off x="9695019" y="16413229"/>
              <a:ext cx="1466724" cy="1200329"/>
            </a:xfrm>
            <a:prstGeom prst="rect">
              <a:avLst/>
            </a:prstGeom>
            <a:noFill/>
            <a:ln>
              <a:noFill/>
            </a:ln>
          </p:spPr>
          <p:txBody>
            <a:bodyPr anchorCtr="0" anchor="t" bIns="45700" lIns="91425" spcFirstLastPara="1" rIns="91425" wrap="square" tIns="45700">
              <a:spAutoFit/>
            </a:bodyPr>
            <a:lstStyle/>
            <a:p>
              <a:pPr indent="-2346325" lvl="0" marL="2346325" marR="0" rtl="0" algn="ctr">
                <a:lnSpc>
                  <a:spcPct val="100000"/>
                </a:lnSpc>
                <a:spcBef>
                  <a:spcPts val="0"/>
                </a:spcBef>
                <a:spcAft>
                  <a:spcPts val="0"/>
                </a:spcAft>
                <a:buNone/>
              </a:pPr>
              <a:r>
                <a:rPr b="1" i="0" lang="en-IN" sz="7200" u="none" cap="none" strike="noStrike">
                  <a:solidFill>
                    <a:schemeClr val="lt1"/>
                  </a:solidFill>
                  <a:latin typeface="Cambria"/>
                  <a:ea typeface="Cambria"/>
                  <a:cs typeface="Cambria"/>
                  <a:sym typeface="Cambria"/>
                </a:rPr>
                <a:t>B</a:t>
              </a:r>
              <a:endParaRPr/>
            </a:p>
          </p:txBody>
        </p:sp>
      </p:grpSp>
      <p:grpSp>
        <p:nvGrpSpPr>
          <p:cNvPr id="188" name="Google Shape;188;p18"/>
          <p:cNvGrpSpPr/>
          <p:nvPr/>
        </p:nvGrpSpPr>
        <p:grpSpPr>
          <a:xfrm>
            <a:off x="935294" y="9827050"/>
            <a:ext cx="1466724" cy="1462650"/>
            <a:chOff x="9695019" y="16315998"/>
            <a:chExt cx="1466724" cy="1462650"/>
          </a:xfrm>
        </p:grpSpPr>
        <p:sp>
          <p:nvSpPr>
            <p:cNvPr id="189" name="Google Shape;189;p18"/>
            <p:cNvSpPr/>
            <p:nvPr/>
          </p:nvSpPr>
          <p:spPr>
            <a:xfrm>
              <a:off x="9699095" y="16315998"/>
              <a:ext cx="1462648" cy="1462650"/>
            </a:xfrm>
            <a:prstGeom prst="roundRect">
              <a:avLst>
                <a:gd fmla="val 16667" name="adj"/>
              </a:avLst>
            </a:prstGeom>
            <a:solidFill>
              <a:srgbClr val="C00000"/>
            </a:solidFill>
            <a:ln cap="flat" cmpd="sng" w="38100">
              <a:solidFill>
                <a:srgbClr val="FF0000"/>
              </a:solidFill>
              <a:prstDash val="solid"/>
              <a:round/>
              <a:headEnd len="sm" w="sm" type="none"/>
              <a:tailEnd len="sm" w="sm" type="none"/>
            </a:ln>
            <a:effectLst>
              <a:outerShdw blurRad="57785" algn="ctr" dir="3180000" dist="33020">
                <a:srgbClr val="000000">
                  <a:alpha val="30196"/>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6600" u="none" cap="none" strike="noStrike">
                <a:solidFill>
                  <a:schemeClr val="lt1"/>
                </a:solidFill>
                <a:latin typeface="Calibri"/>
                <a:ea typeface="Calibri"/>
                <a:cs typeface="Calibri"/>
                <a:sym typeface="Calibri"/>
              </a:endParaRPr>
            </a:p>
          </p:txBody>
        </p:sp>
        <p:sp>
          <p:nvSpPr>
            <p:cNvPr id="190" name="Google Shape;190;p18"/>
            <p:cNvSpPr txBox="1"/>
            <p:nvPr/>
          </p:nvSpPr>
          <p:spPr>
            <a:xfrm>
              <a:off x="9695019" y="16413229"/>
              <a:ext cx="1466724" cy="1200329"/>
            </a:xfrm>
            <a:prstGeom prst="rect">
              <a:avLst/>
            </a:prstGeom>
            <a:noFill/>
            <a:ln>
              <a:noFill/>
            </a:ln>
          </p:spPr>
          <p:txBody>
            <a:bodyPr anchorCtr="0" anchor="t" bIns="45700" lIns="91425" spcFirstLastPara="1" rIns="91425" wrap="square" tIns="45700">
              <a:spAutoFit/>
            </a:bodyPr>
            <a:lstStyle/>
            <a:p>
              <a:pPr indent="-2346325" lvl="0" marL="2346325" marR="0" rtl="0" algn="ctr">
                <a:lnSpc>
                  <a:spcPct val="100000"/>
                </a:lnSpc>
                <a:spcBef>
                  <a:spcPts val="0"/>
                </a:spcBef>
                <a:spcAft>
                  <a:spcPts val="0"/>
                </a:spcAft>
                <a:buNone/>
              </a:pPr>
              <a:r>
                <a:rPr b="1" i="0" lang="en-IN" sz="7200" u="none" cap="none" strike="noStrike">
                  <a:solidFill>
                    <a:schemeClr val="lt1"/>
                  </a:solidFill>
                  <a:latin typeface="Cambria"/>
                  <a:ea typeface="Cambria"/>
                  <a:cs typeface="Cambria"/>
                  <a:sym typeface="Cambria"/>
                </a:rPr>
                <a:t>C</a:t>
              </a:r>
              <a:endParaRPr/>
            </a:p>
          </p:txBody>
        </p:sp>
      </p:grpSp>
      <p:grpSp>
        <p:nvGrpSpPr>
          <p:cNvPr id="191" name="Google Shape;191;p18"/>
          <p:cNvGrpSpPr/>
          <p:nvPr/>
        </p:nvGrpSpPr>
        <p:grpSpPr>
          <a:xfrm>
            <a:off x="935294" y="12488990"/>
            <a:ext cx="1466724" cy="1462650"/>
            <a:chOff x="9695019" y="16315998"/>
            <a:chExt cx="1466724" cy="1462650"/>
          </a:xfrm>
        </p:grpSpPr>
        <p:sp>
          <p:nvSpPr>
            <p:cNvPr id="192" name="Google Shape;192;p18"/>
            <p:cNvSpPr/>
            <p:nvPr/>
          </p:nvSpPr>
          <p:spPr>
            <a:xfrm>
              <a:off x="9699095" y="16315998"/>
              <a:ext cx="1462648" cy="1462650"/>
            </a:xfrm>
            <a:prstGeom prst="roundRect">
              <a:avLst>
                <a:gd fmla="val 16667" name="adj"/>
              </a:avLst>
            </a:prstGeom>
            <a:solidFill>
              <a:srgbClr val="C00000"/>
            </a:solidFill>
            <a:ln cap="flat" cmpd="sng" w="38100">
              <a:solidFill>
                <a:srgbClr val="FF0000"/>
              </a:solidFill>
              <a:prstDash val="solid"/>
              <a:round/>
              <a:headEnd len="sm" w="sm" type="none"/>
              <a:tailEnd len="sm" w="sm" type="none"/>
            </a:ln>
            <a:effectLst>
              <a:outerShdw blurRad="57785" algn="ctr" dir="3180000" dist="33020">
                <a:srgbClr val="000000">
                  <a:alpha val="30196"/>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6600" u="none" cap="none" strike="noStrike">
                <a:solidFill>
                  <a:schemeClr val="lt1"/>
                </a:solidFill>
                <a:latin typeface="Calibri"/>
                <a:ea typeface="Calibri"/>
                <a:cs typeface="Calibri"/>
                <a:sym typeface="Calibri"/>
              </a:endParaRPr>
            </a:p>
          </p:txBody>
        </p:sp>
        <p:sp>
          <p:nvSpPr>
            <p:cNvPr id="193" name="Google Shape;193;p18"/>
            <p:cNvSpPr txBox="1"/>
            <p:nvPr/>
          </p:nvSpPr>
          <p:spPr>
            <a:xfrm>
              <a:off x="9695019" y="16413229"/>
              <a:ext cx="1466724" cy="1200329"/>
            </a:xfrm>
            <a:prstGeom prst="rect">
              <a:avLst/>
            </a:prstGeom>
            <a:noFill/>
            <a:ln>
              <a:noFill/>
            </a:ln>
          </p:spPr>
          <p:txBody>
            <a:bodyPr anchorCtr="0" anchor="t" bIns="45700" lIns="91425" spcFirstLastPara="1" rIns="91425" wrap="square" tIns="45700">
              <a:spAutoFit/>
            </a:bodyPr>
            <a:lstStyle/>
            <a:p>
              <a:pPr indent="-2346325" lvl="0" marL="2346325" marR="0" rtl="0" algn="ctr">
                <a:lnSpc>
                  <a:spcPct val="100000"/>
                </a:lnSpc>
                <a:spcBef>
                  <a:spcPts val="0"/>
                </a:spcBef>
                <a:spcAft>
                  <a:spcPts val="0"/>
                </a:spcAft>
                <a:buNone/>
              </a:pPr>
              <a:r>
                <a:rPr b="1" i="0" lang="en-IN" sz="7200" u="none" cap="none" strike="noStrike">
                  <a:solidFill>
                    <a:schemeClr val="lt1"/>
                  </a:solidFill>
                  <a:latin typeface="Cambria"/>
                  <a:ea typeface="Cambria"/>
                  <a:cs typeface="Cambria"/>
                  <a:sym typeface="Cambria"/>
                </a:rPr>
                <a:t>D</a:t>
              </a:r>
              <a:endParaRPr/>
            </a:p>
          </p:txBody>
        </p:sp>
      </p:grpSp>
    </p:spTree>
  </p:cSld>
  <p:clrMapOvr>
    <a:masterClrMapping/>
  </p:clrMapOvr>
  <mc:AlternateContent>
    <mc:Choice Requires="p14">
      <p:transition spd="slow" p14:dur="900">
        <p:fade thruBlk="1"/>
      </p:transition>
    </mc:Choice>
    <mc:Fallback>
      <p:transition spd="slow">
        <p:fade/>
      </p:transition>
    </mc:Fallback>
  </mc:AlternateContent>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dk1"/>
        </a:solidFill>
      </p:bgPr>
    </p:bg>
    <p:spTree>
      <p:nvGrpSpPr>
        <p:cNvPr id="198" name="Shape 198"/>
        <p:cNvGrpSpPr/>
        <p:nvPr/>
      </p:nvGrpSpPr>
      <p:grpSpPr>
        <a:xfrm>
          <a:off x="0" y="0"/>
          <a:ext cx="0" cy="0"/>
          <a:chOff x="0" y="0"/>
          <a:chExt cx="0" cy="0"/>
        </a:xfrm>
      </p:grpSpPr>
      <p:grpSp>
        <p:nvGrpSpPr>
          <p:cNvPr id="199" name="Google Shape;199;p19"/>
          <p:cNvGrpSpPr/>
          <p:nvPr/>
        </p:nvGrpSpPr>
        <p:grpSpPr>
          <a:xfrm>
            <a:off x="18288000" y="2918042"/>
            <a:ext cx="14041516" cy="7368958"/>
            <a:chOff x="13825087" y="4108878"/>
            <a:chExt cx="18689258" cy="9808083"/>
          </a:xfrm>
        </p:grpSpPr>
        <p:pic>
          <p:nvPicPr>
            <p:cNvPr descr="Gravity - Newton's Law, Universal Force, Mass Attraction | Britannica" id="200" name="Google Shape;200;p19"/>
            <p:cNvPicPr preferRelativeResize="0"/>
            <p:nvPr/>
          </p:nvPicPr>
          <p:blipFill rotWithShape="1">
            <a:blip r:embed="rId3">
              <a:alphaModFix/>
            </a:blip>
            <a:srcRect b="5774" l="0" r="0" t="0"/>
            <a:stretch/>
          </p:blipFill>
          <p:spPr>
            <a:xfrm>
              <a:off x="13825087" y="4108878"/>
              <a:ext cx="8925825" cy="9808083"/>
            </a:xfrm>
            <a:prstGeom prst="roundRect">
              <a:avLst>
                <a:gd fmla="val 4027" name="adj"/>
              </a:avLst>
            </a:prstGeom>
            <a:noFill/>
            <a:ln>
              <a:noFill/>
            </a:ln>
            <a:effectLst>
              <a:outerShdw blurRad="76200" rotWithShape="0" algn="tl" dir="7800000" dist="38100">
                <a:srgbClr val="000000">
                  <a:alpha val="40000"/>
                </a:srgbClr>
              </a:outerShdw>
            </a:effectLst>
          </p:spPr>
        </p:pic>
        <p:pic>
          <p:nvPicPr>
            <p:cNvPr descr="Gravity - Newton's Law, Universal Force, Mass Attraction | Britannica" id="201" name="Google Shape;201;p19"/>
            <p:cNvPicPr preferRelativeResize="0"/>
            <p:nvPr/>
          </p:nvPicPr>
          <p:blipFill rotWithShape="1">
            <a:blip r:embed="rId3">
              <a:alphaModFix/>
            </a:blip>
            <a:srcRect b="5774" l="0" r="0" t="0"/>
            <a:stretch/>
          </p:blipFill>
          <p:spPr>
            <a:xfrm>
              <a:off x="23588520" y="4108878"/>
              <a:ext cx="8925825" cy="9808083"/>
            </a:xfrm>
            <a:prstGeom prst="roundRect">
              <a:avLst>
                <a:gd fmla="val 4027" name="adj"/>
              </a:avLst>
            </a:prstGeom>
            <a:noFill/>
            <a:ln>
              <a:noFill/>
            </a:ln>
            <a:effectLst>
              <a:outerShdw blurRad="76200" rotWithShape="0" algn="tl" dir="7800000" dist="38100">
                <a:srgbClr val="000000">
                  <a:alpha val="40000"/>
                </a:srgbClr>
              </a:outerShdw>
            </a:effectLst>
          </p:spPr>
        </p:pic>
      </p:grpSp>
      <p:sp>
        <p:nvSpPr>
          <p:cNvPr id="202" name="Google Shape;202;p19"/>
          <p:cNvSpPr txBox="1"/>
          <p:nvPr/>
        </p:nvSpPr>
        <p:spPr>
          <a:xfrm>
            <a:off x="3107605" y="4726684"/>
            <a:ext cx="8627100" cy="1015622"/>
          </a:xfrm>
          <a:prstGeom prst="rect">
            <a:avLst/>
          </a:prstGeom>
          <a:noFill/>
          <a:ln>
            <a:noFill/>
          </a:ln>
        </p:spPr>
        <p:txBody>
          <a:bodyPr anchorCtr="0" anchor="t" bIns="45700" lIns="91425" spcFirstLastPara="1" rIns="91425" wrap="square" tIns="45700">
            <a:spAutoFit/>
          </a:bodyPr>
          <a:lstStyle/>
          <a:p>
            <a:pPr indent="-2346325" lvl="0" marL="2346325" marR="0" rtl="0" algn="l">
              <a:lnSpc>
                <a:spcPct val="100000"/>
              </a:lnSpc>
              <a:spcBef>
                <a:spcPts val="0"/>
              </a:spcBef>
              <a:spcAft>
                <a:spcPts val="0"/>
              </a:spcAft>
              <a:buNone/>
            </a:pPr>
            <a:r>
              <a:rPr b="1" i="0" lang="en-IN" sz="6000" u="none" cap="none" strike="noStrike">
                <a:solidFill>
                  <a:schemeClr val="lt1"/>
                </a:solidFill>
                <a:latin typeface="Cambria"/>
                <a:ea typeface="Cambria"/>
                <a:cs typeface="Cambria"/>
                <a:sym typeface="Cambria"/>
              </a:rPr>
              <a:t>Topic heading here</a:t>
            </a:r>
            <a:endParaRPr b="1" i="0" sz="6000" u="none" cap="none" strike="noStrike">
              <a:solidFill>
                <a:schemeClr val="lt1"/>
              </a:solidFill>
              <a:latin typeface="Cambria"/>
              <a:ea typeface="Cambria"/>
              <a:cs typeface="Cambria"/>
              <a:sym typeface="Cambria"/>
            </a:endParaRPr>
          </a:p>
        </p:txBody>
      </p:sp>
      <p:sp>
        <p:nvSpPr>
          <p:cNvPr id="203" name="Google Shape;203;p19"/>
          <p:cNvSpPr txBox="1"/>
          <p:nvPr/>
        </p:nvSpPr>
        <p:spPr>
          <a:xfrm>
            <a:off x="3107605" y="7388624"/>
            <a:ext cx="8627100" cy="1015622"/>
          </a:xfrm>
          <a:prstGeom prst="rect">
            <a:avLst/>
          </a:prstGeom>
          <a:noFill/>
          <a:ln>
            <a:noFill/>
          </a:ln>
        </p:spPr>
        <p:txBody>
          <a:bodyPr anchorCtr="0" anchor="t" bIns="45700" lIns="91425" spcFirstLastPara="1" rIns="91425" wrap="square" tIns="45700">
            <a:spAutoFit/>
          </a:bodyPr>
          <a:lstStyle/>
          <a:p>
            <a:pPr indent="-2346325" lvl="0" marL="2346325" marR="0" rtl="0" algn="l">
              <a:lnSpc>
                <a:spcPct val="100000"/>
              </a:lnSpc>
              <a:spcBef>
                <a:spcPts val="0"/>
              </a:spcBef>
              <a:spcAft>
                <a:spcPts val="0"/>
              </a:spcAft>
              <a:buNone/>
            </a:pPr>
            <a:r>
              <a:rPr b="1" i="0" lang="en-IN" sz="6000" u="none" cap="none" strike="noStrike">
                <a:solidFill>
                  <a:schemeClr val="lt1"/>
                </a:solidFill>
                <a:latin typeface="Cambria"/>
                <a:ea typeface="Cambria"/>
                <a:cs typeface="Cambria"/>
                <a:sym typeface="Cambria"/>
              </a:rPr>
              <a:t>Topic heading here</a:t>
            </a:r>
            <a:endParaRPr b="1" i="0" sz="6000" u="none" cap="none" strike="noStrike">
              <a:solidFill>
                <a:schemeClr val="lt1"/>
              </a:solidFill>
              <a:latin typeface="Cambria"/>
              <a:ea typeface="Cambria"/>
              <a:cs typeface="Cambria"/>
              <a:sym typeface="Cambria"/>
            </a:endParaRPr>
          </a:p>
        </p:txBody>
      </p:sp>
      <p:sp>
        <p:nvSpPr>
          <p:cNvPr id="204" name="Google Shape;204;p19"/>
          <p:cNvSpPr txBox="1"/>
          <p:nvPr/>
        </p:nvSpPr>
        <p:spPr>
          <a:xfrm>
            <a:off x="3107605" y="10050564"/>
            <a:ext cx="8627100" cy="1015622"/>
          </a:xfrm>
          <a:prstGeom prst="rect">
            <a:avLst/>
          </a:prstGeom>
          <a:noFill/>
          <a:ln>
            <a:noFill/>
          </a:ln>
        </p:spPr>
        <p:txBody>
          <a:bodyPr anchorCtr="0" anchor="t" bIns="45700" lIns="91425" spcFirstLastPara="1" rIns="91425" wrap="square" tIns="45700">
            <a:spAutoFit/>
          </a:bodyPr>
          <a:lstStyle/>
          <a:p>
            <a:pPr indent="-2346325" lvl="0" marL="2346325" marR="0" rtl="0" algn="l">
              <a:lnSpc>
                <a:spcPct val="100000"/>
              </a:lnSpc>
              <a:spcBef>
                <a:spcPts val="0"/>
              </a:spcBef>
              <a:spcAft>
                <a:spcPts val="0"/>
              </a:spcAft>
              <a:buNone/>
            </a:pPr>
            <a:r>
              <a:rPr b="1" i="0" lang="en-IN" sz="6000" u="none" cap="none" strike="noStrike">
                <a:solidFill>
                  <a:schemeClr val="lt1"/>
                </a:solidFill>
                <a:latin typeface="Cambria"/>
                <a:ea typeface="Cambria"/>
                <a:cs typeface="Cambria"/>
                <a:sym typeface="Cambria"/>
              </a:rPr>
              <a:t>Topic heading here</a:t>
            </a:r>
            <a:endParaRPr b="1" i="0" sz="6000" u="none" cap="none" strike="noStrike">
              <a:solidFill>
                <a:schemeClr val="lt1"/>
              </a:solidFill>
              <a:latin typeface="Cambria"/>
              <a:ea typeface="Cambria"/>
              <a:cs typeface="Cambria"/>
              <a:sym typeface="Cambria"/>
            </a:endParaRPr>
          </a:p>
        </p:txBody>
      </p:sp>
      <p:sp>
        <p:nvSpPr>
          <p:cNvPr id="205" name="Google Shape;205;p19"/>
          <p:cNvSpPr txBox="1"/>
          <p:nvPr/>
        </p:nvSpPr>
        <p:spPr>
          <a:xfrm>
            <a:off x="3107605" y="12712504"/>
            <a:ext cx="8627100" cy="1015622"/>
          </a:xfrm>
          <a:prstGeom prst="rect">
            <a:avLst/>
          </a:prstGeom>
          <a:noFill/>
          <a:ln>
            <a:noFill/>
          </a:ln>
        </p:spPr>
        <p:txBody>
          <a:bodyPr anchorCtr="0" anchor="t" bIns="45700" lIns="91425" spcFirstLastPara="1" rIns="91425" wrap="square" tIns="45700">
            <a:spAutoFit/>
          </a:bodyPr>
          <a:lstStyle/>
          <a:p>
            <a:pPr indent="-2346325" lvl="0" marL="2346325" marR="0" rtl="0" algn="l">
              <a:lnSpc>
                <a:spcPct val="100000"/>
              </a:lnSpc>
              <a:spcBef>
                <a:spcPts val="0"/>
              </a:spcBef>
              <a:spcAft>
                <a:spcPts val="0"/>
              </a:spcAft>
              <a:buNone/>
            </a:pPr>
            <a:r>
              <a:rPr b="1" i="0" lang="en-IN" sz="6000" u="none" cap="none" strike="noStrike">
                <a:solidFill>
                  <a:schemeClr val="lt1"/>
                </a:solidFill>
                <a:latin typeface="Cambria"/>
                <a:ea typeface="Cambria"/>
                <a:cs typeface="Cambria"/>
                <a:sym typeface="Cambria"/>
              </a:rPr>
              <a:t>Topic heading here</a:t>
            </a:r>
            <a:endParaRPr b="1" i="0" sz="6000" u="none" cap="none" strike="noStrike">
              <a:solidFill>
                <a:schemeClr val="lt1"/>
              </a:solidFill>
              <a:latin typeface="Cambria"/>
              <a:ea typeface="Cambria"/>
              <a:cs typeface="Cambria"/>
              <a:sym typeface="Cambria"/>
            </a:endParaRPr>
          </a:p>
        </p:txBody>
      </p:sp>
      <p:grpSp>
        <p:nvGrpSpPr>
          <p:cNvPr id="206" name="Google Shape;206;p19"/>
          <p:cNvGrpSpPr/>
          <p:nvPr/>
        </p:nvGrpSpPr>
        <p:grpSpPr>
          <a:xfrm>
            <a:off x="935294" y="4503170"/>
            <a:ext cx="1466724" cy="1462650"/>
            <a:chOff x="9695019" y="16315998"/>
            <a:chExt cx="1466724" cy="1462650"/>
          </a:xfrm>
        </p:grpSpPr>
        <p:sp>
          <p:nvSpPr>
            <p:cNvPr id="207" name="Google Shape;207;p19"/>
            <p:cNvSpPr/>
            <p:nvPr/>
          </p:nvSpPr>
          <p:spPr>
            <a:xfrm>
              <a:off x="9699095" y="16315998"/>
              <a:ext cx="1462648" cy="1462650"/>
            </a:xfrm>
            <a:prstGeom prst="roundRect">
              <a:avLst>
                <a:gd fmla="val 16667" name="adj"/>
              </a:avLst>
            </a:prstGeom>
            <a:solidFill>
              <a:srgbClr val="C00000"/>
            </a:solidFill>
            <a:ln cap="flat" cmpd="sng" w="38100">
              <a:solidFill>
                <a:srgbClr val="FF0000"/>
              </a:solidFill>
              <a:prstDash val="solid"/>
              <a:round/>
              <a:headEnd len="sm" w="sm" type="none"/>
              <a:tailEnd len="sm" w="sm" type="none"/>
            </a:ln>
            <a:effectLst>
              <a:outerShdw blurRad="57785" algn="ctr" dir="3180000" dist="33020">
                <a:srgbClr val="000000">
                  <a:alpha val="30196"/>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6600" u="none" cap="none" strike="noStrike">
                <a:solidFill>
                  <a:schemeClr val="lt1"/>
                </a:solidFill>
                <a:latin typeface="Calibri"/>
                <a:ea typeface="Calibri"/>
                <a:cs typeface="Calibri"/>
                <a:sym typeface="Calibri"/>
              </a:endParaRPr>
            </a:p>
          </p:txBody>
        </p:sp>
        <p:sp>
          <p:nvSpPr>
            <p:cNvPr id="208" name="Google Shape;208;p19"/>
            <p:cNvSpPr txBox="1"/>
            <p:nvPr/>
          </p:nvSpPr>
          <p:spPr>
            <a:xfrm>
              <a:off x="9695019" y="16413229"/>
              <a:ext cx="1466724" cy="1200329"/>
            </a:xfrm>
            <a:prstGeom prst="rect">
              <a:avLst/>
            </a:prstGeom>
            <a:noFill/>
            <a:ln>
              <a:noFill/>
            </a:ln>
          </p:spPr>
          <p:txBody>
            <a:bodyPr anchorCtr="0" anchor="t" bIns="45700" lIns="91425" spcFirstLastPara="1" rIns="91425" wrap="square" tIns="45700">
              <a:spAutoFit/>
            </a:bodyPr>
            <a:lstStyle/>
            <a:p>
              <a:pPr indent="-2346325" lvl="0" marL="2346325" marR="0" rtl="0" algn="ctr">
                <a:lnSpc>
                  <a:spcPct val="100000"/>
                </a:lnSpc>
                <a:spcBef>
                  <a:spcPts val="0"/>
                </a:spcBef>
                <a:spcAft>
                  <a:spcPts val="0"/>
                </a:spcAft>
                <a:buNone/>
              </a:pPr>
              <a:r>
                <a:rPr b="1" i="0" lang="en-IN" sz="7200" u="none" cap="none" strike="noStrike">
                  <a:solidFill>
                    <a:schemeClr val="lt1"/>
                  </a:solidFill>
                  <a:latin typeface="Cambria"/>
                  <a:ea typeface="Cambria"/>
                  <a:cs typeface="Cambria"/>
                  <a:sym typeface="Cambria"/>
                </a:rPr>
                <a:t>A</a:t>
              </a:r>
              <a:endParaRPr/>
            </a:p>
          </p:txBody>
        </p:sp>
      </p:grpSp>
      <p:grpSp>
        <p:nvGrpSpPr>
          <p:cNvPr id="209" name="Google Shape;209;p19"/>
          <p:cNvGrpSpPr/>
          <p:nvPr/>
        </p:nvGrpSpPr>
        <p:grpSpPr>
          <a:xfrm>
            <a:off x="935294" y="7165110"/>
            <a:ext cx="1466724" cy="1462650"/>
            <a:chOff x="9695019" y="16315998"/>
            <a:chExt cx="1466724" cy="1462650"/>
          </a:xfrm>
        </p:grpSpPr>
        <p:sp>
          <p:nvSpPr>
            <p:cNvPr id="210" name="Google Shape;210;p19"/>
            <p:cNvSpPr/>
            <p:nvPr/>
          </p:nvSpPr>
          <p:spPr>
            <a:xfrm>
              <a:off x="9699095" y="16315998"/>
              <a:ext cx="1462648" cy="1462650"/>
            </a:xfrm>
            <a:prstGeom prst="roundRect">
              <a:avLst>
                <a:gd fmla="val 16667" name="adj"/>
              </a:avLst>
            </a:prstGeom>
            <a:solidFill>
              <a:srgbClr val="C00000"/>
            </a:solidFill>
            <a:ln cap="flat" cmpd="sng" w="38100">
              <a:solidFill>
                <a:srgbClr val="FF0000"/>
              </a:solidFill>
              <a:prstDash val="solid"/>
              <a:round/>
              <a:headEnd len="sm" w="sm" type="none"/>
              <a:tailEnd len="sm" w="sm" type="none"/>
            </a:ln>
            <a:effectLst>
              <a:outerShdw blurRad="57785" algn="ctr" dir="3180000" dist="33020">
                <a:srgbClr val="000000">
                  <a:alpha val="30196"/>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6600" u="none" cap="none" strike="noStrike">
                <a:solidFill>
                  <a:schemeClr val="lt1"/>
                </a:solidFill>
                <a:latin typeface="Calibri"/>
                <a:ea typeface="Calibri"/>
                <a:cs typeface="Calibri"/>
                <a:sym typeface="Calibri"/>
              </a:endParaRPr>
            </a:p>
          </p:txBody>
        </p:sp>
        <p:sp>
          <p:nvSpPr>
            <p:cNvPr id="211" name="Google Shape;211;p19"/>
            <p:cNvSpPr txBox="1"/>
            <p:nvPr/>
          </p:nvSpPr>
          <p:spPr>
            <a:xfrm>
              <a:off x="9695019" y="16413229"/>
              <a:ext cx="1466724" cy="1200329"/>
            </a:xfrm>
            <a:prstGeom prst="rect">
              <a:avLst/>
            </a:prstGeom>
            <a:noFill/>
            <a:ln>
              <a:noFill/>
            </a:ln>
          </p:spPr>
          <p:txBody>
            <a:bodyPr anchorCtr="0" anchor="t" bIns="45700" lIns="91425" spcFirstLastPara="1" rIns="91425" wrap="square" tIns="45700">
              <a:spAutoFit/>
            </a:bodyPr>
            <a:lstStyle/>
            <a:p>
              <a:pPr indent="-2346325" lvl="0" marL="2346325" marR="0" rtl="0" algn="ctr">
                <a:lnSpc>
                  <a:spcPct val="100000"/>
                </a:lnSpc>
                <a:spcBef>
                  <a:spcPts val="0"/>
                </a:spcBef>
                <a:spcAft>
                  <a:spcPts val="0"/>
                </a:spcAft>
                <a:buNone/>
              </a:pPr>
              <a:r>
                <a:rPr b="1" i="0" lang="en-IN" sz="7200" u="none" cap="none" strike="noStrike">
                  <a:solidFill>
                    <a:schemeClr val="lt1"/>
                  </a:solidFill>
                  <a:latin typeface="Cambria"/>
                  <a:ea typeface="Cambria"/>
                  <a:cs typeface="Cambria"/>
                  <a:sym typeface="Cambria"/>
                </a:rPr>
                <a:t>B</a:t>
              </a:r>
              <a:endParaRPr/>
            </a:p>
          </p:txBody>
        </p:sp>
      </p:grpSp>
      <p:grpSp>
        <p:nvGrpSpPr>
          <p:cNvPr id="212" name="Google Shape;212;p19"/>
          <p:cNvGrpSpPr/>
          <p:nvPr/>
        </p:nvGrpSpPr>
        <p:grpSpPr>
          <a:xfrm>
            <a:off x="935294" y="9827050"/>
            <a:ext cx="1466724" cy="1462650"/>
            <a:chOff x="9695019" y="16315998"/>
            <a:chExt cx="1466724" cy="1462650"/>
          </a:xfrm>
        </p:grpSpPr>
        <p:sp>
          <p:nvSpPr>
            <p:cNvPr id="213" name="Google Shape;213;p19"/>
            <p:cNvSpPr/>
            <p:nvPr/>
          </p:nvSpPr>
          <p:spPr>
            <a:xfrm>
              <a:off x="9699095" y="16315998"/>
              <a:ext cx="1462648" cy="1462650"/>
            </a:xfrm>
            <a:prstGeom prst="roundRect">
              <a:avLst>
                <a:gd fmla="val 16667" name="adj"/>
              </a:avLst>
            </a:prstGeom>
            <a:solidFill>
              <a:srgbClr val="C00000"/>
            </a:solidFill>
            <a:ln cap="flat" cmpd="sng" w="38100">
              <a:solidFill>
                <a:srgbClr val="FF0000"/>
              </a:solidFill>
              <a:prstDash val="solid"/>
              <a:round/>
              <a:headEnd len="sm" w="sm" type="none"/>
              <a:tailEnd len="sm" w="sm" type="none"/>
            </a:ln>
            <a:effectLst>
              <a:outerShdw blurRad="57785" algn="ctr" dir="3180000" dist="33020">
                <a:srgbClr val="000000">
                  <a:alpha val="30196"/>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6600" u="none" cap="none" strike="noStrike">
                <a:solidFill>
                  <a:schemeClr val="lt1"/>
                </a:solidFill>
                <a:latin typeface="Calibri"/>
                <a:ea typeface="Calibri"/>
                <a:cs typeface="Calibri"/>
                <a:sym typeface="Calibri"/>
              </a:endParaRPr>
            </a:p>
          </p:txBody>
        </p:sp>
        <p:sp>
          <p:nvSpPr>
            <p:cNvPr id="214" name="Google Shape;214;p19"/>
            <p:cNvSpPr txBox="1"/>
            <p:nvPr/>
          </p:nvSpPr>
          <p:spPr>
            <a:xfrm>
              <a:off x="9695019" y="16413229"/>
              <a:ext cx="1466724" cy="1200329"/>
            </a:xfrm>
            <a:prstGeom prst="rect">
              <a:avLst/>
            </a:prstGeom>
            <a:noFill/>
            <a:ln>
              <a:noFill/>
            </a:ln>
          </p:spPr>
          <p:txBody>
            <a:bodyPr anchorCtr="0" anchor="t" bIns="45700" lIns="91425" spcFirstLastPara="1" rIns="91425" wrap="square" tIns="45700">
              <a:spAutoFit/>
            </a:bodyPr>
            <a:lstStyle/>
            <a:p>
              <a:pPr indent="-2346325" lvl="0" marL="2346325" marR="0" rtl="0" algn="ctr">
                <a:lnSpc>
                  <a:spcPct val="100000"/>
                </a:lnSpc>
                <a:spcBef>
                  <a:spcPts val="0"/>
                </a:spcBef>
                <a:spcAft>
                  <a:spcPts val="0"/>
                </a:spcAft>
                <a:buNone/>
              </a:pPr>
              <a:r>
                <a:rPr b="1" i="0" lang="en-IN" sz="7200" u="none" cap="none" strike="noStrike">
                  <a:solidFill>
                    <a:schemeClr val="lt1"/>
                  </a:solidFill>
                  <a:latin typeface="Cambria"/>
                  <a:ea typeface="Cambria"/>
                  <a:cs typeface="Cambria"/>
                  <a:sym typeface="Cambria"/>
                </a:rPr>
                <a:t>C</a:t>
              </a:r>
              <a:endParaRPr/>
            </a:p>
          </p:txBody>
        </p:sp>
      </p:grpSp>
      <p:grpSp>
        <p:nvGrpSpPr>
          <p:cNvPr id="215" name="Google Shape;215;p19"/>
          <p:cNvGrpSpPr/>
          <p:nvPr/>
        </p:nvGrpSpPr>
        <p:grpSpPr>
          <a:xfrm>
            <a:off x="935294" y="12488990"/>
            <a:ext cx="1466724" cy="1462650"/>
            <a:chOff x="9695019" y="16315998"/>
            <a:chExt cx="1466724" cy="1462650"/>
          </a:xfrm>
        </p:grpSpPr>
        <p:sp>
          <p:nvSpPr>
            <p:cNvPr id="216" name="Google Shape;216;p19"/>
            <p:cNvSpPr/>
            <p:nvPr/>
          </p:nvSpPr>
          <p:spPr>
            <a:xfrm>
              <a:off x="9699095" y="16315998"/>
              <a:ext cx="1462648" cy="1462650"/>
            </a:xfrm>
            <a:prstGeom prst="roundRect">
              <a:avLst>
                <a:gd fmla="val 16667" name="adj"/>
              </a:avLst>
            </a:prstGeom>
            <a:solidFill>
              <a:srgbClr val="C00000"/>
            </a:solidFill>
            <a:ln cap="flat" cmpd="sng" w="38100">
              <a:solidFill>
                <a:srgbClr val="FF0000"/>
              </a:solidFill>
              <a:prstDash val="solid"/>
              <a:round/>
              <a:headEnd len="sm" w="sm" type="none"/>
              <a:tailEnd len="sm" w="sm" type="none"/>
            </a:ln>
            <a:effectLst>
              <a:outerShdw blurRad="57785" algn="ctr" dir="3180000" dist="33020">
                <a:srgbClr val="000000">
                  <a:alpha val="30196"/>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6600" u="none" cap="none" strike="noStrike">
                <a:solidFill>
                  <a:schemeClr val="lt1"/>
                </a:solidFill>
                <a:latin typeface="Calibri"/>
                <a:ea typeface="Calibri"/>
                <a:cs typeface="Calibri"/>
                <a:sym typeface="Calibri"/>
              </a:endParaRPr>
            </a:p>
          </p:txBody>
        </p:sp>
        <p:sp>
          <p:nvSpPr>
            <p:cNvPr id="217" name="Google Shape;217;p19"/>
            <p:cNvSpPr txBox="1"/>
            <p:nvPr/>
          </p:nvSpPr>
          <p:spPr>
            <a:xfrm>
              <a:off x="9695019" y="16413229"/>
              <a:ext cx="1466724" cy="1200329"/>
            </a:xfrm>
            <a:prstGeom prst="rect">
              <a:avLst/>
            </a:prstGeom>
            <a:noFill/>
            <a:ln>
              <a:noFill/>
            </a:ln>
          </p:spPr>
          <p:txBody>
            <a:bodyPr anchorCtr="0" anchor="t" bIns="45700" lIns="91425" spcFirstLastPara="1" rIns="91425" wrap="square" tIns="45700">
              <a:spAutoFit/>
            </a:bodyPr>
            <a:lstStyle/>
            <a:p>
              <a:pPr indent="-2346325" lvl="0" marL="2346325" marR="0" rtl="0" algn="ctr">
                <a:lnSpc>
                  <a:spcPct val="100000"/>
                </a:lnSpc>
                <a:spcBef>
                  <a:spcPts val="0"/>
                </a:spcBef>
                <a:spcAft>
                  <a:spcPts val="0"/>
                </a:spcAft>
                <a:buNone/>
              </a:pPr>
              <a:r>
                <a:rPr b="1" i="0" lang="en-IN" sz="7200" u="none" cap="none" strike="noStrike">
                  <a:solidFill>
                    <a:schemeClr val="lt1"/>
                  </a:solidFill>
                  <a:latin typeface="Cambria"/>
                  <a:ea typeface="Cambria"/>
                  <a:cs typeface="Cambria"/>
                  <a:sym typeface="Cambria"/>
                </a:rPr>
                <a:t>D</a:t>
              </a:r>
              <a:endParaRPr/>
            </a:p>
          </p:txBody>
        </p:sp>
      </p:grpSp>
      <p:grpSp>
        <p:nvGrpSpPr>
          <p:cNvPr id="218" name="Google Shape;218;p19"/>
          <p:cNvGrpSpPr/>
          <p:nvPr/>
        </p:nvGrpSpPr>
        <p:grpSpPr>
          <a:xfrm>
            <a:off x="18288000" y="10900147"/>
            <a:ext cx="14041516" cy="7368958"/>
            <a:chOff x="13825087" y="4108878"/>
            <a:chExt cx="18689258" cy="9808083"/>
          </a:xfrm>
        </p:grpSpPr>
        <p:pic>
          <p:nvPicPr>
            <p:cNvPr descr="Gravity - Newton's Law, Universal Force, Mass Attraction | Britannica" id="219" name="Google Shape;219;p19"/>
            <p:cNvPicPr preferRelativeResize="0"/>
            <p:nvPr/>
          </p:nvPicPr>
          <p:blipFill rotWithShape="1">
            <a:blip r:embed="rId3">
              <a:alphaModFix/>
            </a:blip>
            <a:srcRect b="5774" l="0" r="0" t="0"/>
            <a:stretch/>
          </p:blipFill>
          <p:spPr>
            <a:xfrm>
              <a:off x="13825087" y="4108878"/>
              <a:ext cx="8925825" cy="9808083"/>
            </a:xfrm>
            <a:prstGeom prst="roundRect">
              <a:avLst>
                <a:gd fmla="val 4027" name="adj"/>
              </a:avLst>
            </a:prstGeom>
            <a:noFill/>
            <a:ln>
              <a:noFill/>
            </a:ln>
            <a:effectLst>
              <a:outerShdw blurRad="76200" rotWithShape="0" algn="tl" dir="7800000" dist="38100">
                <a:srgbClr val="000000">
                  <a:alpha val="40000"/>
                </a:srgbClr>
              </a:outerShdw>
            </a:effectLst>
          </p:spPr>
        </p:pic>
        <p:pic>
          <p:nvPicPr>
            <p:cNvPr descr="Gravity - Newton's Law, Universal Force, Mass Attraction | Britannica" id="220" name="Google Shape;220;p19"/>
            <p:cNvPicPr preferRelativeResize="0"/>
            <p:nvPr/>
          </p:nvPicPr>
          <p:blipFill rotWithShape="1">
            <a:blip r:embed="rId3">
              <a:alphaModFix/>
            </a:blip>
            <a:srcRect b="5774" l="0" r="0" t="0"/>
            <a:stretch/>
          </p:blipFill>
          <p:spPr>
            <a:xfrm>
              <a:off x="23588520" y="4108878"/>
              <a:ext cx="8925825" cy="9808083"/>
            </a:xfrm>
            <a:prstGeom prst="roundRect">
              <a:avLst>
                <a:gd fmla="val 4027" name="adj"/>
              </a:avLst>
            </a:prstGeom>
            <a:noFill/>
            <a:ln>
              <a:noFill/>
            </a:ln>
            <a:effectLst>
              <a:outerShdw blurRad="76200" rotWithShape="0" algn="tl" dir="7800000" dist="38100">
                <a:srgbClr val="000000">
                  <a:alpha val="40000"/>
                </a:srgbClr>
              </a:outerShdw>
            </a:effectLst>
          </p:spPr>
        </p:pic>
      </p:grpSp>
      <p:grpSp>
        <p:nvGrpSpPr>
          <p:cNvPr id="221" name="Google Shape;221;p19"/>
          <p:cNvGrpSpPr/>
          <p:nvPr/>
        </p:nvGrpSpPr>
        <p:grpSpPr>
          <a:xfrm>
            <a:off x="-1864528" y="681774"/>
            <a:ext cx="7466218" cy="1569660"/>
            <a:chOff x="-1864528" y="681774"/>
            <a:chExt cx="7466218" cy="1569660"/>
          </a:xfrm>
        </p:grpSpPr>
        <p:sp>
          <p:nvSpPr>
            <p:cNvPr id="222" name="Google Shape;222;p19"/>
            <p:cNvSpPr/>
            <p:nvPr/>
          </p:nvSpPr>
          <p:spPr>
            <a:xfrm>
              <a:off x="-1864528" y="681774"/>
              <a:ext cx="7081988" cy="1569660"/>
            </a:xfrm>
            <a:prstGeom prst="roundRect">
              <a:avLst>
                <a:gd fmla="val 50000" name="adj"/>
              </a:avLst>
            </a:prstGeom>
            <a:solidFill>
              <a:srgbClr val="8E0000"/>
            </a:solidFill>
            <a:ln cap="flat" cmpd="sng" w="104775">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800" u="none" cap="none" strike="noStrike">
                <a:solidFill>
                  <a:schemeClr val="lt1"/>
                </a:solidFill>
                <a:latin typeface="Arial"/>
                <a:ea typeface="Arial"/>
                <a:cs typeface="Arial"/>
                <a:sym typeface="Arial"/>
              </a:endParaRPr>
            </a:p>
          </p:txBody>
        </p:sp>
        <p:sp>
          <p:nvSpPr>
            <p:cNvPr id="223" name="Google Shape;223;p19"/>
            <p:cNvSpPr txBox="1"/>
            <p:nvPr/>
          </p:nvSpPr>
          <p:spPr>
            <a:xfrm>
              <a:off x="1039500" y="827049"/>
              <a:ext cx="4562190" cy="1015622"/>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IN" sz="6000" u="none" cap="none" strike="noStrike">
                  <a:solidFill>
                    <a:schemeClr val="lt1"/>
                  </a:solidFill>
                  <a:latin typeface="Cambria"/>
                  <a:ea typeface="Cambria"/>
                  <a:cs typeface="Cambria"/>
                  <a:sym typeface="Cambria"/>
                </a:rPr>
                <a:t>Question</a:t>
              </a:r>
              <a:endParaRPr b="1" i="0" sz="6000" u="none" cap="none" strike="noStrike">
                <a:solidFill>
                  <a:schemeClr val="lt1"/>
                </a:solidFill>
                <a:latin typeface="Cambria"/>
                <a:ea typeface="Cambria"/>
                <a:cs typeface="Cambria"/>
                <a:sym typeface="Cambria"/>
              </a:endParaRPr>
            </a:p>
          </p:txBody>
        </p:sp>
      </p:grpSp>
    </p:spTree>
  </p:cSld>
  <p:clrMapOvr>
    <a:masterClrMapping/>
  </p:clrMapOvr>
  <mc:AlternateContent>
    <mc:Choice Requires="p14">
      <p:transition spd="slow" p14:dur="900">
        <p:fade thruBlk="1"/>
      </p:transition>
    </mc:Choice>
    <mc:Fallback>
      <p:transition spd="slow">
        <p:fade/>
      </p:transition>
    </mc:Fallback>
  </mc:AlternateContent>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dk1"/>
        </a:solidFill>
      </p:bgPr>
    </p:bg>
    <p:spTree>
      <p:nvGrpSpPr>
        <p:cNvPr id="228" name="Shape 228"/>
        <p:cNvGrpSpPr/>
        <p:nvPr/>
      </p:nvGrpSpPr>
      <p:grpSpPr>
        <a:xfrm>
          <a:off x="0" y="0"/>
          <a:ext cx="0" cy="0"/>
          <a:chOff x="0" y="0"/>
          <a:chExt cx="0" cy="0"/>
        </a:xfrm>
      </p:grpSpPr>
      <p:grpSp>
        <p:nvGrpSpPr>
          <p:cNvPr id="229" name="Google Shape;229;p20"/>
          <p:cNvGrpSpPr/>
          <p:nvPr/>
        </p:nvGrpSpPr>
        <p:grpSpPr>
          <a:xfrm>
            <a:off x="185330" y="-803658"/>
            <a:ext cx="11141432" cy="6019512"/>
            <a:chOff x="185330" y="-803658"/>
            <a:chExt cx="11141432" cy="6019512"/>
          </a:xfrm>
        </p:grpSpPr>
        <p:sp>
          <p:nvSpPr>
            <p:cNvPr id="230" name="Google Shape;230;p20"/>
            <p:cNvSpPr/>
            <p:nvPr/>
          </p:nvSpPr>
          <p:spPr>
            <a:xfrm>
              <a:off x="1780335" y="843803"/>
              <a:ext cx="9546427" cy="2748660"/>
            </a:xfrm>
            <a:prstGeom prst="roundRect">
              <a:avLst>
                <a:gd fmla="val 50000" name="adj"/>
              </a:avLst>
            </a:prstGeom>
            <a:solidFill>
              <a:srgbClr val="8E0000"/>
            </a:solidFill>
            <a:ln cap="flat" cmpd="sng" w="104775">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800" u="none" cap="none" strike="noStrike">
                <a:solidFill>
                  <a:schemeClr val="lt1"/>
                </a:solidFill>
                <a:latin typeface="Arial"/>
                <a:ea typeface="Arial"/>
                <a:cs typeface="Arial"/>
                <a:sym typeface="Arial"/>
              </a:endParaRPr>
            </a:p>
          </p:txBody>
        </p:sp>
        <p:sp>
          <p:nvSpPr>
            <p:cNvPr id="231" name="Google Shape;231;p20"/>
            <p:cNvSpPr txBox="1"/>
            <p:nvPr/>
          </p:nvSpPr>
          <p:spPr>
            <a:xfrm>
              <a:off x="5345560" y="1525636"/>
              <a:ext cx="5981202" cy="1323399"/>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400"/>
                <a:buFont typeface="Arial"/>
                <a:buNone/>
              </a:pPr>
              <a:r>
                <a:rPr b="1" i="0" lang="en-IN" sz="8000" u="none" cap="none" strike="noStrike">
                  <a:solidFill>
                    <a:schemeClr val="lt1"/>
                  </a:solidFill>
                  <a:latin typeface="Cambria"/>
                  <a:ea typeface="Cambria"/>
                  <a:cs typeface="Cambria"/>
                  <a:sym typeface="Cambria"/>
                </a:rPr>
                <a:t>Summary</a:t>
              </a:r>
              <a:endParaRPr/>
            </a:p>
          </p:txBody>
        </p:sp>
        <p:pic>
          <p:nvPicPr>
            <p:cNvPr id="232" name="Google Shape;232;p20"/>
            <p:cNvPicPr preferRelativeResize="0"/>
            <p:nvPr/>
          </p:nvPicPr>
          <p:blipFill rotWithShape="1">
            <a:blip r:embed="rId3">
              <a:alphaModFix/>
            </a:blip>
            <a:srcRect b="0" l="0" r="0" t="0"/>
            <a:stretch/>
          </p:blipFill>
          <p:spPr>
            <a:xfrm rot="-611711">
              <a:off x="621103" y="-453505"/>
              <a:ext cx="4430993" cy="5319205"/>
            </a:xfrm>
            <a:prstGeom prst="rect">
              <a:avLst/>
            </a:prstGeom>
            <a:noFill/>
            <a:ln>
              <a:noFill/>
            </a:ln>
            <a:effectLst>
              <a:outerShdw blurRad="190500" rotWithShape="0" algn="tl" dir="2700000" dist="152400">
                <a:srgbClr val="000000">
                  <a:alpha val="50196"/>
                </a:srgbClr>
              </a:outerShdw>
            </a:effectLst>
          </p:spPr>
        </p:pic>
      </p:grpSp>
    </p:spTree>
  </p:cSld>
  <p:clrMapOvr>
    <a:masterClrMapping/>
  </p:clrMapOvr>
  <mc:AlternateContent>
    <mc:Choice Requires="p14">
      <p:transition spd="slow" p14:dur="900">
        <p:fade thruBlk="1"/>
      </p:transition>
    </mc:Choice>
    <mc:Fallback>
      <p:transition spd="slow">
        <p:fade/>
      </p:transition>
    </mc:Fallback>
  </mc:AlternateContent>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dk1"/>
        </a:solidFill>
      </p:bgPr>
    </p:bg>
    <p:spTree>
      <p:nvGrpSpPr>
        <p:cNvPr id="237" name="Shape 237"/>
        <p:cNvGrpSpPr/>
        <p:nvPr/>
      </p:nvGrpSpPr>
      <p:grpSpPr>
        <a:xfrm>
          <a:off x="0" y="0"/>
          <a:ext cx="0" cy="0"/>
          <a:chOff x="0" y="0"/>
          <a:chExt cx="0" cy="0"/>
        </a:xfrm>
      </p:grpSpPr>
      <p:grpSp>
        <p:nvGrpSpPr>
          <p:cNvPr id="238" name="Google Shape;238;p21"/>
          <p:cNvGrpSpPr/>
          <p:nvPr/>
        </p:nvGrpSpPr>
        <p:grpSpPr>
          <a:xfrm>
            <a:off x="185330" y="-803658"/>
            <a:ext cx="11996838" cy="6019512"/>
            <a:chOff x="185330" y="-803658"/>
            <a:chExt cx="11996838" cy="6019512"/>
          </a:xfrm>
        </p:grpSpPr>
        <p:sp>
          <p:nvSpPr>
            <p:cNvPr id="239" name="Google Shape;239;p21"/>
            <p:cNvSpPr/>
            <p:nvPr/>
          </p:nvSpPr>
          <p:spPr>
            <a:xfrm>
              <a:off x="1780335" y="843803"/>
              <a:ext cx="10401833" cy="2748660"/>
            </a:xfrm>
            <a:prstGeom prst="roundRect">
              <a:avLst>
                <a:gd fmla="val 50000" name="adj"/>
              </a:avLst>
            </a:prstGeom>
            <a:solidFill>
              <a:srgbClr val="8E0000"/>
            </a:solidFill>
            <a:ln cap="flat" cmpd="sng" w="104775">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800" u="none" cap="none" strike="noStrike">
                <a:solidFill>
                  <a:schemeClr val="lt1"/>
                </a:solidFill>
                <a:latin typeface="Arial"/>
                <a:ea typeface="Arial"/>
                <a:cs typeface="Arial"/>
                <a:sym typeface="Arial"/>
              </a:endParaRPr>
            </a:p>
          </p:txBody>
        </p:sp>
        <p:sp>
          <p:nvSpPr>
            <p:cNvPr id="240" name="Google Shape;240;p21"/>
            <p:cNvSpPr txBox="1"/>
            <p:nvPr/>
          </p:nvSpPr>
          <p:spPr>
            <a:xfrm>
              <a:off x="5345560" y="1525636"/>
              <a:ext cx="5981202" cy="1323399"/>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400"/>
                <a:buFont typeface="Arial"/>
                <a:buNone/>
              </a:pPr>
              <a:r>
                <a:rPr b="1" i="0" lang="en-IN" sz="8000" u="none" cap="none" strike="noStrike">
                  <a:solidFill>
                    <a:schemeClr val="lt1"/>
                  </a:solidFill>
                  <a:latin typeface="Cambria"/>
                  <a:ea typeface="Cambria"/>
                  <a:cs typeface="Cambria"/>
                  <a:sym typeface="Cambria"/>
                </a:rPr>
                <a:t>Homework</a:t>
              </a:r>
              <a:endParaRPr/>
            </a:p>
          </p:txBody>
        </p:sp>
        <p:pic>
          <p:nvPicPr>
            <p:cNvPr id="241" name="Google Shape;241;p21"/>
            <p:cNvPicPr preferRelativeResize="0"/>
            <p:nvPr/>
          </p:nvPicPr>
          <p:blipFill rotWithShape="1">
            <a:blip r:embed="rId3">
              <a:alphaModFix/>
            </a:blip>
            <a:srcRect b="0" l="0" r="0" t="0"/>
            <a:stretch/>
          </p:blipFill>
          <p:spPr>
            <a:xfrm rot="-611711">
              <a:off x="621103" y="-453505"/>
              <a:ext cx="4430993" cy="5319205"/>
            </a:xfrm>
            <a:prstGeom prst="rect">
              <a:avLst/>
            </a:prstGeom>
            <a:noFill/>
            <a:ln>
              <a:noFill/>
            </a:ln>
            <a:effectLst>
              <a:outerShdw blurRad="190500" rotWithShape="0" algn="tl" dir="2700000" dist="152400">
                <a:srgbClr val="000000">
                  <a:alpha val="50196"/>
                </a:srgbClr>
              </a:outerShdw>
            </a:effectLst>
          </p:spPr>
        </p:pic>
      </p:grpSp>
    </p:spTree>
  </p:cSld>
  <p:clrMapOvr>
    <a:masterClrMapping/>
  </p:clrMapOvr>
  <mc:AlternateContent>
    <mc:Choice Requires="p14">
      <p:transition spd="slow" p14:dur="900">
        <p:fade thruBlk="1"/>
      </p:transition>
    </mc:Choice>
    <mc:Fallback>
      <p:transition spd="slow">
        <p:fade/>
      </p:transition>
    </mc:Fallback>
  </mc:AlternateContent>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dk1"/>
        </a:solidFill>
      </p:bgPr>
    </p:bg>
    <p:spTree>
      <p:nvGrpSpPr>
        <p:cNvPr id="246" name="Shape 246"/>
        <p:cNvGrpSpPr/>
        <p:nvPr/>
      </p:nvGrpSpPr>
      <p:grpSpPr>
        <a:xfrm>
          <a:off x="0" y="0"/>
          <a:ext cx="0" cy="0"/>
          <a:chOff x="0" y="0"/>
          <a:chExt cx="0" cy="0"/>
        </a:xfrm>
      </p:grpSpPr>
      <p:graphicFrame>
        <p:nvGraphicFramePr>
          <p:cNvPr id="247" name="Google Shape;247;p22"/>
          <p:cNvGraphicFramePr/>
          <p:nvPr/>
        </p:nvGraphicFramePr>
        <p:xfrm>
          <a:off x="6096000" y="2773368"/>
          <a:ext cx="3000000" cy="3000000"/>
        </p:xfrm>
        <a:graphic>
          <a:graphicData uri="http://schemas.openxmlformats.org/drawingml/2006/table">
            <a:tbl>
              <a:tblPr bandRow="1" firstRow="1">
                <a:noFill/>
                <a:tableStyleId>{E6A8F306-22CD-4106-867A-C230312C71DA}</a:tableStyleId>
              </a:tblPr>
              <a:tblGrid>
                <a:gridCol w="4876800"/>
                <a:gridCol w="4876800"/>
                <a:gridCol w="4876800"/>
                <a:gridCol w="4876800"/>
                <a:gridCol w="4876800"/>
              </a:tblGrid>
              <a:tr h="1252275">
                <a:tc gridSpan="5">
                  <a:txBody>
                    <a:bodyPr/>
                    <a:lstStyle/>
                    <a:p>
                      <a:pPr indent="0" lvl="0" marL="0" marR="0" rtl="0" algn="ctr">
                        <a:lnSpc>
                          <a:spcPct val="110000"/>
                        </a:lnSpc>
                        <a:spcBef>
                          <a:spcPts val="0"/>
                        </a:spcBef>
                        <a:spcAft>
                          <a:spcPts val="0"/>
                        </a:spcAft>
                        <a:buClr>
                          <a:srgbClr val="000000"/>
                        </a:buClr>
                        <a:buSzPts val="6000"/>
                        <a:buFont typeface="Arial"/>
                        <a:buNone/>
                      </a:pPr>
                      <a:r>
                        <a:rPr b="1" i="0" lang="en-IN" sz="6000" u="none" cap="none" strike="noStrike">
                          <a:solidFill>
                            <a:schemeClr val="lt1"/>
                          </a:solidFill>
                          <a:latin typeface="Cambria"/>
                          <a:ea typeface="Cambria"/>
                          <a:cs typeface="Cambria"/>
                          <a:sym typeface="Cambria"/>
                        </a:rPr>
                        <a:t>Heading</a:t>
                      </a:r>
                      <a:endParaRPr/>
                    </a:p>
                  </a:txBody>
                  <a:tcPr marT="45725" marB="45725" marR="91450" marL="91450" anchor="ctr">
                    <a:lnL cap="flat" cmpd="sng" w="12700">
                      <a:solidFill>
                        <a:schemeClr val="dk1"/>
                      </a:solidFill>
                      <a:prstDash val="solid"/>
                      <a:round/>
                      <a:headEnd len="sm" w="sm" type="none"/>
                      <a:tailEnd len="sm" w="sm" type="none"/>
                    </a:lnL>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solidFill>
                      <a:srgbClr val="C00000"/>
                    </a:solidFill>
                  </a:tcPr>
                </a:tc>
                <a:tc hMerge="1"/>
                <a:tc hMerge="1"/>
                <a:tc hMerge="1"/>
                <a:tc hMerge="1"/>
              </a:tr>
              <a:tr h="1252275">
                <a:tc>
                  <a:txBody>
                    <a:bodyPr/>
                    <a:lstStyle/>
                    <a:p>
                      <a:pPr indent="0" lvl="0" marL="0" marR="0" rtl="0" algn="ctr">
                        <a:lnSpc>
                          <a:spcPct val="110000"/>
                        </a:lnSpc>
                        <a:spcBef>
                          <a:spcPts val="0"/>
                        </a:spcBef>
                        <a:spcAft>
                          <a:spcPts val="0"/>
                        </a:spcAft>
                        <a:buClr>
                          <a:srgbClr val="000000"/>
                        </a:buClr>
                        <a:buSzPts val="5000"/>
                        <a:buFont typeface="Arial"/>
                        <a:buNone/>
                      </a:pPr>
                      <a:r>
                        <a:rPr b="1" i="0" lang="en-IN" sz="5000" u="none" cap="none" strike="noStrike">
                          <a:solidFill>
                            <a:schemeClr val="dk1"/>
                          </a:solidFill>
                          <a:latin typeface="Cambria"/>
                          <a:ea typeface="Cambria"/>
                          <a:cs typeface="Cambria"/>
                          <a:sym typeface="Cambria"/>
                        </a:rPr>
                        <a:t>SL. No.</a:t>
                      </a:r>
                      <a:endParaRPr/>
                    </a:p>
                  </a:txBody>
                  <a:tcPr marT="45725" marB="45725" marR="91450" marL="91450" anchor="ctr">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c>
                  <a:txBody>
                    <a:bodyPr/>
                    <a:lstStyle/>
                    <a:p>
                      <a:pPr indent="0" lvl="0" marL="0" marR="0" rtl="0" algn="ctr">
                        <a:lnSpc>
                          <a:spcPct val="110000"/>
                        </a:lnSpc>
                        <a:spcBef>
                          <a:spcPts val="0"/>
                        </a:spcBef>
                        <a:spcAft>
                          <a:spcPts val="0"/>
                        </a:spcAft>
                        <a:buClr>
                          <a:srgbClr val="000000"/>
                        </a:buClr>
                        <a:buSzPts val="5000"/>
                        <a:buFont typeface="Arial"/>
                        <a:buNone/>
                      </a:pPr>
                      <a:r>
                        <a:rPr b="1" i="0" lang="en-IN" sz="5000" u="none" cap="none" strike="noStrike">
                          <a:solidFill>
                            <a:schemeClr val="dk1"/>
                          </a:solidFill>
                          <a:latin typeface="Cambria"/>
                          <a:ea typeface="Cambria"/>
                          <a:cs typeface="Cambria"/>
                          <a:sym typeface="Cambria"/>
                        </a:rPr>
                        <a:t>Subject</a:t>
                      </a:r>
                      <a:endParaRPr/>
                    </a:p>
                  </a:txBody>
                  <a:tcPr marT="45725" marB="45725" marR="91450" marL="91450" anchor="ctr">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c>
                  <a:txBody>
                    <a:bodyPr/>
                    <a:lstStyle/>
                    <a:p>
                      <a:pPr indent="0" lvl="0" marL="0" marR="0" rtl="0" algn="ctr">
                        <a:lnSpc>
                          <a:spcPct val="110000"/>
                        </a:lnSpc>
                        <a:spcBef>
                          <a:spcPts val="0"/>
                        </a:spcBef>
                        <a:spcAft>
                          <a:spcPts val="0"/>
                        </a:spcAft>
                        <a:buClr>
                          <a:srgbClr val="000000"/>
                        </a:buClr>
                        <a:buSzPts val="5000"/>
                        <a:buFont typeface="Arial"/>
                        <a:buNone/>
                      </a:pPr>
                      <a:r>
                        <a:rPr b="1" i="0" lang="en-IN" sz="5000" u="none" cap="none" strike="noStrike">
                          <a:solidFill>
                            <a:srgbClr val="000000"/>
                          </a:solidFill>
                          <a:latin typeface="Cambria"/>
                          <a:ea typeface="Cambria"/>
                          <a:cs typeface="Cambria"/>
                          <a:sym typeface="Cambria"/>
                        </a:rPr>
                        <a:t>Subject</a:t>
                      </a:r>
                      <a:endParaRPr b="1" i="0" sz="5000" u="none" cap="none" strike="noStrike">
                        <a:solidFill>
                          <a:srgbClr val="000000"/>
                        </a:solidFill>
                        <a:latin typeface="Cambria"/>
                        <a:ea typeface="Cambria"/>
                        <a:cs typeface="Cambria"/>
                        <a:sym typeface="Cambria"/>
                      </a:endParaRPr>
                    </a:p>
                  </a:txBody>
                  <a:tcPr marT="45725" marB="45725" marR="91450" marL="91450" anchor="ctr">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c>
                  <a:txBody>
                    <a:bodyPr/>
                    <a:lstStyle/>
                    <a:p>
                      <a:pPr indent="0" lvl="0" marL="0" marR="0" rtl="0" algn="ctr">
                        <a:lnSpc>
                          <a:spcPct val="110000"/>
                        </a:lnSpc>
                        <a:spcBef>
                          <a:spcPts val="0"/>
                        </a:spcBef>
                        <a:spcAft>
                          <a:spcPts val="0"/>
                        </a:spcAft>
                        <a:buClr>
                          <a:srgbClr val="000000"/>
                        </a:buClr>
                        <a:buSzPts val="5000"/>
                        <a:buFont typeface="Arial"/>
                        <a:buNone/>
                      </a:pPr>
                      <a:r>
                        <a:rPr b="1" i="0" lang="en-IN" sz="5000" u="none" cap="none" strike="noStrike">
                          <a:solidFill>
                            <a:srgbClr val="000000"/>
                          </a:solidFill>
                          <a:latin typeface="Cambria"/>
                          <a:ea typeface="Cambria"/>
                          <a:cs typeface="Cambria"/>
                          <a:sym typeface="Cambria"/>
                        </a:rPr>
                        <a:t>Subject</a:t>
                      </a:r>
                      <a:endParaRPr b="1" i="0" sz="5000" u="none" cap="none" strike="noStrike">
                        <a:solidFill>
                          <a:srgbClr val="000000"/>
                        </a:solidFill>
                        <a:latin typeface="Cambria"/>
                        <a:ea typeface="Cambria"/>
                        <a:cs typeface="Cambria"/>
                        <a:sym typeface="Cambria"/>
                      </a:endParaRPr>
                    </a:p>
                  </a:txBody>
                  <a:tcPr marT="45725" marB="45725" marR="91450" marL="91450" anchor="ctr">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c>
                  <a:txBody>
                    <a:bodyPr/>
                    <a:lstStyle/>
                    <a:p>
                      <a:pPr indent="0" lvl="0" marL="0" marR="0" rtl="0" algn="ctr">
                        <a:lnSpc>
                          <a:spcPct val="110000"/>
                        </a:lnSpc>
                        <a:spcBef>
                          <a:spcPts val="0"/>
                        </a:spcBef>
                        <a:spcAft>
                          <a:spcPts val="0"/>
                        </a:spcAft>
                        <a:buClr>
                          <a:srgbClr val="000000"/>
                        </a:buClr>
                        <a:buSzPts val="5000"/>
                        <a:buFont typeface="Arial"/>
                        <a:buNone/>
                      </a:pPr>
                      <a:r>
                        <a:rPr b="1" i="0" lang="en-IN" sz="5000" u="none" cap="none" strike="noStrike">
                          <a:solidFill>
                            <a:srgbClr val="000000"/>
                          </a:solidFill>
                          <a:latin typeface="Cambria"/>
                          <a:ea typeface="Cambria"/>
                          <a:cs typeface="Cambria"/>
                          <a:sym typeface="Cambria"/>
                        </a:rPr>
                        <a:t>Subject</a:t>
                      </a:r>
                      <a:endParaRPr/>
                    </a:p>
                  </a:txBody>
                  <a:tcPr marT="45725" marB="45725" marR="91450" marL="91450" anchor="ctr">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r>
              <a:tr h="1252275">
                <a:tc>
                  <a:txBody>
                    <a:bodyPr/>
                    <a:lstStyle/>
                    <a:p>
                      <a:pPr indent="0" lvl="0" marL="0" marR="0" rtl="0" algn="ctr">
                        <a:lnSpc>
                          <a:spcPct val="110000"/>
                        </a:lnSpc>
                        <a:spcBef>
                          <a:spcPts val="0"/>
                        </a:spcBef>
                        <a:spcAft>
                          <a:spcPts val="0"/>
                        </a:spcAft>
                        <a:buClr>
                          <a:srgbClr val="000000"/>
                        </a:buClr>
                        <a:buSzPts val="5000"/>
                        <a:buFont typeface="Arial"/>
                        <a:buNone/>
                      </a:pPr>
                      <a:r>
                        <a:rPr b="0" i="0" lang="en-IN" sz="5000" u="none" cap="none" strike="noStrike">
                          <a:solidFill>
                            <a:srgbClr val="000000"/>
                          </a:solidFill>
                          <a:latin typeface="Cambria"/>
                          <a:ea typeface="Cambria"/>
                          <a:cs typeface="Cambria"/>
                          <a:sym typeface="Cambria"/>
                        </a:rPr>
                        <a:t>1.</a:t>
                      </a:r>
                      <a:endParaRPr/>
                    </a:p>
                  </a:txBody>
                  <a:tcPr marT="45725" marB="45725" marR="91450" marL="91450" anchor="ctr">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c>
                  <a:txBody>
                    <a:bodyPr/>
                    <a:lstStyle/>
                    <a:p>
                      <a:pPr indent="0" lvl="0" marL="0" marR="0" rtl="0" algn="ctr">
                        <a:lnSpc>
                          <a:spcPct val="110000"/>
                        </a:lnSpc>
                        <a:spcBef>
                          <a:spcPts val="0"/>
                        </a:spcBef>
                        <a:spcAft>
                          <a:spcPts val="0"/>
                        </a:spcAft>
                        <a:buClr>
                          <a:srgbClr val="000000"/>
                        </a:buClr>
                        <a:buSzPts val="5000"/>
                        <a:buFont typeface="Arial"/>
                        <a:buNone/>
                      </a:pPr>
                      <a:r>
                        <a:rPr b="0" i="0" lang="en-IN" sz="5000" u="none" cap="none" strike="noStrike">
                          <a:solidFill>
                            <a:srgbClr val="000000"/>
                          </a:solidFill>
                          <a:latin typeface="Cambria"/>
                          <a:ea typeface="Cambria"/>
                          <a:cs typeface="Cambria"/>
                          <a:sym typeface="Cambria"/>
                        </a:rPr>
                        <a:t>Body</a:t>
                      </a:r>
                      <a:endParaRPr/>
                    </a:p>
                  </a:txBody>
                  <a:tcPr marT="45725" marB="45725" marR="91450" marL="91450" anchor="ctr">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c>
                  <a:txBody>
                    <a:bodyPr/>
                    <a:lstStyle/>
                    <a:p>
                      <a:pPr indent="0" lvl="0" marL="0" marR="0" rtl="0" algn="ctr">
                        <a:lnSpc>
                          <a:spcPct val="110000"/>
                        </a:lnSpc>
                        <a:spcBef>
                          <a:spcPts val="0"/>
                        </a:spcBef>
                        <a:spcAft>
                          <a:spcPts val="0"/>
                        </a:spcAft>
                        <a:buClr>
                          <a:srgbClr val="000000"/>
                        </a:buClr>
                        <a:buSzPts val="5000"/>
                        <a:buFont typeface="Arial"/>
                        <a:buNone/>
                      </a:pPr>
                      <a:r>
                        <a:rPr b="0" i="0" lang="en-IN" sz="5000" u="none" cap="none" strike="noStrike">
                          <a:solidFill>
                            <a:srgbClr val="000000"/>
                          </a:solidFill>
                          <a:latin typeface="Cambria"/>
                          <a:ea typeface="Cambria"/>
                          <a:cs typeface="Cambria"/>
                          <a:sym typeface="Cambria"/>
                        </a:rPr>
                        <a:t>Body</a:t>
                      </a:r>
                      <a:endParaRPr b="0" i="0" sz="5000" u="none" cap="none" strike="noStrike">
                        <a:solidFill>
                          <a:srgbClr val="000000"/>
                        </a:solidFill>
                        <a:latin typeface="Cambria"/>
                        <a:ea typeface="Cambria"/>
                        <a:cs typeface="Cambria"/>
                        <a:sym typeface="Cambria"/>
                      </a:endParaRPr>
                    </a:p>
                  </a:txBody>
                  <a:tcPr marT="45725" marB="45725" marR="91450" marL="91450" anchor="ctr">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c>
                  <a:txBody>
                    <a:bodyPr/>
                    <a:lstStyle/>
                    <a:p>
                      <a:pPr indent="0" lvl="0" marL="0" marR="0" rtl="0" algn="ctr">
                        <a:lnSpc>
                          <a:spcPct val="110000"/>
                        </a:lnSpc>
                        <a:spcBef>
                          <a:spcPts val="0"/>
                        </a:spcBef>
                        <a:spcAft>
                          <a:spcPts val="0"/>
                        </a:spcAft>
                        <a:buClr>
                          <a:srgbClr val="000000"/>
                        </a:buClr>
                        <a:buSzPts val="5000"/>
                        <a:buFont typeface="Arial"/>
                        <a:buNone/>
                      </a:pPr>
                      <a:r>
                        <a:rPr b="0" i="0" lang="en-IN" sz="5000" u="none" cap="none" strike="noStrike">
                          <a:solidFill>
                            <a:srgbClr val="000000"/>
                          </a:solidFill>
                          <a:latin typeface="Cambria"/>
                          <a:ea typeface="Cambria"/>
                          <a:cs typeface="Cambria"/>
                          <a:sym typeface="Cambria"/>
                        </a:rPr>
                        <a:t>Body</a:t>
                      </a:r>
                      <a:endParaRPr b="0" i="0" sz="5000" u="none" cap="none" strike="noStrike">
                        <a:solidFill>
                          <a:srgbClr val="000000"/>
                        </a:solidFill>
                        <a:latin typeface="Cambria"/>
                        <a:ea typeface="Cambria"/>
                        <a:cs typeface="Cambria"/>
                        <a:sym typeface="Cambria"/>
                      </a:endParaRPr>
                    </a:p>
                  </a:txBody>
                  <a:tcPr marT="45725" marB="45725" marR="91450" marL="91450" anchor="ctr">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c>
                  <a:txBody>
                    <a:bodyPr/>
                    <a:lstStyle/>
                    <a:p>
                      <a:pPr indent="0" lvl="0" marL="0" marR="0" rtl="0" algn="ctr">
                        <a:lnSpc>
                          <a:spcPct val="110000"/>
                        </a:lnSpc>
                        <a:spcBef>
                          <a:spcPts val="0"/>
                        </a:spcBef>
                        <a:spcAft>
                          <a:spcPts val="0"/>
                        </a:spcAft>
                        <a:buClr>
                          <a:srgbClr val="000000"/>
                        </a:buClr>
                        <a:buSzPts val="5000"/>
                        <a:buFont typeface="Arial"/>
                        <a:buNone/>
                      </a:pPr>
                      <a:r>
                        <a:rPr b="0" i="0" lang="en-IN" sz="5000" u="none" cap="none" strike="noStrike">
                          <a:solidFill>
                            <a:srgbClr val="000000"/>
                          </a:solidFill>
                          <a:latin typeface="Cambria"/>
                          <a:ea typeface="Cambria"/>
                          <a:cs typeface="Cambria"/>
                          <a:sym typeface="Cambria"/>
                        </a:rPr>
                        <a:t>Body</a:t>
                      </a:r>
                      <a:endParaRPr b="0" i="0" sz="5000" u="none" cap="none" strike="noStrike">
                        <a:solidFill>
                          <a:srgbClr val="000000"/>
                        </a:solidFill>
                        <a:latin typeface="Cambria"/>
                        <a:ea typeface="Cambria"/>
                        <a:cs typeface="Cambria"/>
                        <a:sym typeface="Cambria"/>
                      </a:endParaRPr>
                    </a:p>
                  </a:txBody>
                  <a:tcPr marT="45725" marB="45725" marR="91450" marL="91450" anchor="ctr">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r>
              <a:tr h="1252275">
                <a:tc>
                  <a:txBody>
                    <a:bodyPr/>
                    <a:lstStyle/>
                    <a:p>
                      <a:pPr indent="0" lvl="0" marL="0" marR="0" rtl="0" algn="ctr">
                        <a:lnSpc>
                          <a:spcPct val="110000"/>
                        </a:lnSpc>
                        <a:spcBef>
                          <a:spcPts val="0"/>
                        </a:spcBef>
                        <a:spcAft>
                          <a:spcPts val="0"/>
                        </a:spcAft>
                        <a:buClr>
                          <a:srgbClr val="000000"/>
                        </a:buClr>
                        <a:buSzPts val="5000"/>
                        <a:buFont typeface="Arial"/>
                        <a:buNone/>
                      </a:pPr>
                      <a:r>
                        <a:rPr b="0" i="0" lang="en-IN" sz="5000" u="none" cap="none" strike="noStrike">
                          <a:solidFill>
                            <a:srgbClr val="000000"/>
                          </a:solidFill>
                          <a:latin typeface="Cambria"/>
                          <a:ea typeface="Cambria"/>
                          <a:cs typeface="Cambria"/>
                          <a:sym typeface="Cambria"/>
                        </a:rPr>
                        <a:t>2.</a:t>
                      </a:r>
                      <a:endParaRPr/>
                    </a:p>
                  </a:txBody>
                  <a:tcPr marT="45725" marB="45725" marR="91450" marL="91450" anchor="ctr">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c>
                  <a:txBody>
                    <a:bodyPr/>
                    <a:lstStyle/>
                    <a:p>
                      <a:pPr indent="0" lvl="0" marL="0" marR="0" rtl="0" algn="ctr">
                        <a:lnSpc>
                          <a:spcPct val="110000"/>
                        </a:lnSpc>
                        <a:spcBef>
                          <a:spcPts val="0"/>
                        </a:spcBef>
                        <a:spcAft>
                          <a:spcPts val="0"/>
                        </a:spcAft>
                        <a:buClr>
                          <a:srgbClr val="000000"/>
                        </a:buClr>
                        <a:buSzPts val="5000"/>
                        <a:buFont typeface="Arial"/>
                        <a:buNone/>
                      </a:pPr>
                      <a:r>
                        <a:rPr b="0" i="0" lang="en-IN" sz="5000" u="none" cap="none" strike="noStrike">
                          <a:solidFill>
                            <a:srgbClr val="000000"/>
                          </a:solidFill>
                          <a:latin typeface="Cambria"/>
                          <a:ea typeface="Cambria"/>
                          <a:cs typeface="Cambria"/>
                          <a:sym typeface="Cambria"/>
                        </a:rPr>
                        <a:t>Body</a:t>
                      </a:r>
                      <a:endParaRPr/>
                    </a:p>
                  </a:txBody>
                  <a:tcPr marT="45725" marB="45725" marR="91450" marL="91450" anchor="ctr">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c>
                  <a:txBody>
                    <a:bodyPr/>
                    <a:lstStyle/>
                    <a:p>
                      <a:pPr indent="0" lvl="0" marL="0" marR="0" rtl="0" algn="ctr">
                        <a:lnSpc>
                          <a:spcPct val="110000"/>
                        </a:lnSpc>
                        <a:spcBef>
                          <a:spcPts val="0"/>
                        </a:spcBef>
                        <a:spcAft>
                          <a:spcPts val="0"/>
                        </a:spcAft>
                        <a:buClr>
                          <a:srgbClr val="000000"/>
                        </a:buClr>
                        <a:buSzPts val="5000"/>
                        <a:buFont typeface="Arial"/>
                        <a:buNone/>
                      </a:pPr>
                      <a:r>
                        <a:rPr b="0" i="0" lang="en-IN" sz="5000" u="none" cap="none" strike="noStrike">
                          <a:solidFill>
                            <a:srgbClr val="000000"/>
                          </a:solidFill>
                          <a:latin typeface="Cambria"/>
                          <a:ea typeface="Cambria"/>
                          <a:cs typeface="Cambria"/>
                          <a:sym typeface="Cambria"/>
                        </a:rPr>
                        <a:t>Body</a:t>
                      </a:r>
                      <a:endParaRPr b="0" i="0" sz="5000" u="none" cap="none" strike="noStrike">
                        <a:solidFill>
                          <a:srgbClr val="000000"/>
                        </a:solidFill>
                        <a:latin typeface="Cambria"/>
                        <a:ea typeface="Cambria"/>
                        <a:cs typeface="Cambria"/>
                        <a:sym typeface="Cambria"/>
                      </a:endParaRPr>
                    </a:p>
                  </a:txBody>
                  <a:tcPr marT="45725" marB="45725" marR="91450" marL="91450" anchor="ctr">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c>
                  <a:txBody>
                    <a:bodyPr/>
                    <a:lstStyle/>
                    <a:p>
                      <a:pPr indent="0" lvl="0" marL="0" marR="0" rtl="0" algn="ctr">
                        <a:lnSpc>
                          <a:spcPct val="110000"/>
                        </a:lnSpc>
                        <a:spcBef>
                          <a:spcPts val="0"/>
                        </a:spcBef>
                        <a:spcAft>
                          <a:spcPts val="0"/>
                        </a:spcAft>
                        <a:buClr>
                          <a:srgbClr val="000000"/>
                        </a:buClr>
                        <a:buSzPts val="5000"/>
                        <a:buFont typeface="Arial"/>
                        <a:buNone/>
                      </a:pPr>
                      <a:r>
                        <a:rPr b="0" i="0" lang="en-IN" sz="5000" u="none" cap="none" strike="noStrike">
                          <a:solidFill>
                            <a:srgbClr val="000000"/>
                          </a:solidFill>
                          <a:latin typeface="Cambria"/>
                          <a:ea typeface="Cambria"/>
                          <a:cs typeface="Cambria"/>
                          <a:sym typeface="Cambria"/>
                        </a:rPr>
                        <a:t>Body</a:t>
                      </a:r>
                      <a:endParaRPr b="0" i="0" sz="5000" u="none" cap="none" strike="noStrike">
                        <a:solidFill>
                          <a:srgbClr val="000000"/>
                        </a:solidFill>
                        <a:latin typeface="Cambria"/>
                        <a:ea typeface="Cambria"/>
                        <a:cs typeface="Cambria"/>
                        <a:sym typeface="Cambria"/>
                      </a:endParaRPr>
                    </a:p>
                  </a:txBody>
                  <a:tcPr marT="45725" marB="45725" marR="91450" marL="91450" anchor="ctr">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c>
                  <a:txBody>
                    <a:bodyPr/>
                    <a:lstStyle/>
                    <a:p>
                      <a:pPr indent="0" lvl="0" marL="0" marR="0" rtl="0" algn="ctr">
                        <a:lnSpc>
                          <a:spcPct val="110000"/>
                        </a:lnSpc>
                        <a:spcBef>
                          <a:spcPts val="0"/>
                        </a:spcBef>
                        <a:spcAft>
                          <a:spcPts val="0"/>
                        </a:spcAft>
                        <a:buClr>
                          <a:srgbClr val="000000"/>
                        </a:buClr>
                        <a:buSzPts val="5000"/>
                        <a:buFont typeface="Arial"/>
                        <a:buNone/>
                      </a:pPr>
                      <a:r>
                        <a:rPr b="0" i="0" lang="en-IN" sz="5000" u="none" cap="none" strike="noStrike">
                          <a:solidFill>
                            <a:srgbClr val="000000"/>
                          </a:solidFill>
                          <a:latin typeface="Cambria"/>
                          <a:ea typeface="Cambria"/>
                          <a:cs typeface="Cambria"/>
                          <a:sym typeface="Cambria"/>
                        </a:rPr>
                        <a:t>Body</a:t>
                      </a:r>
                      <a:endParaRPr b="0" i="0" sz="5000" u="none" cap="none" strike="noStrike">
                        <a:solidFill>
                          <a:srgbClr val="000000"/>
                        </a:solidFill>
                        <a:latin typeface="Cambria"/>
                        <a:ea typeface="Cambria"/>
                        <a:cs typeface="Cambria"/>
                        <a:sym typeface="Cambria"/>
                      </a:endParaRPr>
                    </a:p>
                  </a:txBody>
                  <a:tcPr marT="45725" marB="45725" marR="91450" marL="91450" anchor="ctr">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r>
              <a:tr h="1252275">
                <a:tc>
                  <a:txBody>
                    <a:bodyPr/>
                    <a:lstStyle/>
                    <a:p>
                      <a:pPr indent="0" lvl="0" marL="0" marR="0" rtl="0" algn="ctr">
                        <a:lnSpc>
                          <a:spcPct val="110000"/>
                        </a:lnSpc>
                        <a:spcBef>
                          <a:spcPts val="0"/>
                        </a:spcBef>
                        <a:spcAft>
                          <a:spcPts val="0"/>
                        </a:spcAft>
                        <a:buClr>
                          <a:srgbClr val="000000"/>
                        </a:buClr>
                        <a:buSzPts val="5000"/>
                        <a:buFont typeface="Arial"/>
                        <a:buNone/>
                      </a:pPr>
                      <a:r>
                        <a:rPr b="0" i="0" lang="en-IN" sz="5000" u="none" cap="none" strike="noStrike">
                          <a:solidFill>
                            <a:srgbClr val="000000"/>
                          </a:solidFill>
                          <a:latin typeface="Cambria"/>
                          <a:ea typeface="Cambria"/>
                          <a:cs typeface="Cambria"/>
                          <a:sym typeface="Cambria"/>
                        </a:rPr>
                        <a:t>3.</a:t>
                      </a:r>
                      <a:endParaRPr/>
                    </a:p>
                  </a:txBody>
                  <a:tcPr marT="45725" marB="45725" marR="91450" marL="91450" anchor="ctr">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c>
                  <a:txBody>
                    <a:bodyPr/>
                    <a:lstStyle/>
                    <a:p>
                      <a:pPr indent="0" lvl="0" marL="0" marR="0" rtl="0" algn="ctr">
                        <a:lnSpc>
                          <a:spcPct val="110000"/>
                        </a:lnSpc>
                        <a:spcBef>
                          <a:spcPts val="0"/>
                        </a:spcBef>
                        <a:spcAft>
                          <a:spcPts val="0"/>
                        </a:spcAft>
                        <a:buClr>
                          <a:srgbClr val="000000"/>
                        </a:buClr>
                        <a:buSzPts val="5000"/>
                        <a:buFont typeface="Arial"/>
                        <a:buNone/>
                      </a:pPr>
                      <a:r>
                        <a:rPr b="0" i="0" lang="en-IN" sz="5000" u="none" cap="none" strike="noStrike">
                          <a:solidFill>
                            <a:srgbClr val="000000"/>
                          </a:solidFill>
                          <a:latin typeface="Cambria"/>
                          <a:ea typeface="Cambria"/>
                          <a:cs typeface="Cambria"/>
                          <a:sym typeface="Cambria"/>
                        </a:rPr>
                        <a:t>Body</a:t>
                      </a:r>
                      <a:endParaRPr/>
                    </a:p>
                  </a:txBody>
                  <a:tcPr marT="45725" marB="45725" marR="91450" marL="91450" anchor="ctr">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c>
                  <a:txBody>
                    <a:bodyPr/>
                    <a:lstStyle/>
                    <a:p>
                      <a:pPr indent="0" lvl="0" marL="0" marR="0" rtl="0" algn="ctr">
                        <a:lnSpc>
                          <a:spcPct val="110000"/>
                        </a:lnSpc>
                        <a:spcBef>
                          <a:spcPts val="0"/>
                        </a:spcBef>
                        <a:spcAft>
                          <a:spcPts val="0"/>
                        </a:spcAft>
                        <a:buClr>
                          <a:srgbClr val="000000"/>
                        </a:buClr>
                        <a:buSzPts val="5000"/>
                        <a:buFont typeface="Arial"/>
                        <a:buNone/>
                      </a:pPr>
                      <a:r>
                        <a:rPr b="0" i="0" lang="en-IN" sz="5000" u="none" cap="none" strike="noStrike">
                          <a:solidFill>
                            <a:srgbClr val="000000"/>
                          </a:solidFill>
                          <a:latin typeface="Cambria"/>
                          <a:ea typeface="Cambria"/>
                          <a:cs typeface="Cambria"/>
                          <a:sym typeface="Cambria"/>
                        </a:rPr>
                        <a:t>Body</a:t>
                      </a:r>
                      <a:endParaRPr b="0" i="0" sz="5000" u="none" cap="none" strike="noStrike">
                        <a:solidFill>
                          <a:srgbClr val="000000"/>
                        </a:solidFill>
                        <a:latin typeface="Cambria"/>
                        <a:ea typeface="Cambria"/>
                        <a:cs typeface="Cambria"/>
                        <a:sym typeface="Cambria"/>
                      </a:endParaRPr>
                    </a:p>
                  </a:txBody>
                  <a:tcPr marT="45725" marB="45725" marR="91450" marL="91450" anchor="ctr">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c>
                  <a:txBody>
                    <a:bodyPr/>
                    <a:lstStyle/>
                    <a:p>
                      <a:pPr indent="0" lvl="0" marL="0" marR="0" rtl="0" algn="ctr">
                        <a:lnSpc>
                          <a:spcPct val="110000"/>
                        </a:lnSpc>
                        <a:spcBef>
                          <a:spcPts val="0"/>
                        </a:spcBef>
                        <a:spcAft>
                          <a:spcPts val="0"/>
                        </a:spcAft>
                        <a:buClr>
                          <a:srgbClr val="000000"/>
                        </a:buClr>
                        <a:buSzPts val="5000"/>
                        <a:buFont typeface="Arial"/>
                        <a:buNone/>
                      </a:pPr>
                      <a:r>
                        <a:rPr b="0" i="0" lang="en-IN" sz="5000" u="none" cap="none" strike="noStrike">
                          <a:solidFill>
                            <a:srgbClr val="000000"/>
                          </a:solidFill>
                          <a:latin typeface="Cambria"/>
                          <a:ea typeface="Cambria"/>
                          <a:cs typeface="Cambria"/>
                          <a:sym typeface="Cambria"/>
                        </a:rPr>
                        <a:t>Body</a:t>
                      </a:r>
                      <a:endParaRPr b="0" i="0" sz="5000" u="none" cap="none" strike="noStrike">
                        <a:solidFill>
                          <a:srgbClr val="000000"/>
                        </a:solidFill>
                        <a:latin typeface="Cambria"/>
                        <a:ea typeface="Cambria"/>
                        <a:cs typeface="Cambria"/>
                        <a:sym typeface="Cambria"/>
                      </a:endParaRPr>
                    </a:p>
                  </a:txBody>
                  <a:tcPr marT="45725" marB="45725" marR="91450" marL="91450" anchor="ctr">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c>
                  <a:txBody>
                    <a:bodyPr/>
                    <a:lstStyle/>
                    <a:p>
                      <a:pPr indent="0" lvl="0" marL="0" marR="0" rtl="0" algn="ctr">
                        <a:lnSpc>
                          <a:spcPct val="110000"/>
                        </a:lnSpc>
                        <a:spcBef>
                          <a:spcPts val="0"/>
                        </a:spcBef>
                        <a:spcAft>
                          <a:spcPts val="0"/>
                        </a:spcAft>
                        <a:buClr>
                          <a:srgbClr val="000000"/>
                        </a:buClr>
                        <a:buSzPts val="5000"/>
                        <a:buFont typeface="Arial"/>
                        <a:buNone/>
                      </a:pPr>
                      <a:r>
                        <a:rPr b="0" i="0" lang="en-IN" sz="5000" u="none" cap="none" strike="noStrike">
                          <a:solidFill>
                            <a:srgbClr val="000000"/>
                          </a:solidFill>
                          <a:latin typeface="Cambria"/>
                          <a:ea typeface="Cambria"/>
                          <a:cs typeface="Cambria"/>
                          <a:sym typeface="Cambria"/>
                        </a:rPr>
                        <a:t>Body</a:t>
                      </a:r>
                      <a:endParaRPr b="0" i="0" sz="5000" u="none" cap="none" strike="noStrike">
                        <a:solidFill>
                          <a:srgbClr val="000000"/>
                        </a:solidFill>
                        <a:latin typeface="Cambria"/>
                        <a:ea typeface="Cambria"/>
                        <a:cs typeface="Cambria"/>
                        <a:sym typeface="Cambria"/>
                      </a:endParaRPr>
                    </a:p>
                  </a:txBody>
                  <a:tcPr marT="45725" marB="45725" marR="91450" marL="91450" anchor="ctr">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r>
              <a:tr h="1252275">
                <a:tc>
                  <a:txBody>
                    <a:bodyPr/>
                    <a:lstStyle/>
                    <a:p>
                      <a:pPr indent="0" lvl="0" marL="0" marR="0" rtl="0" algn="ctr">
                        <a:lnSpc>
                          <a:spcPct val="110000"/>
                        </a:lnSpc>
                        <a:spcBef>
                          <a:spcPts val="0"/>
                        </a:spcBef>
                        <a:spcAft>
                          <a:spcPts val="0"/>
                        </a:spcAft>
                        <a:buClr>
                          <a:srgbClr val="000000"/>
                        </a:buClr>
                        <a:buSzPts val="5000"/>
                        <a:buFont typeface="Arial"/>
                        <a:buNone/>
                      </a:pPr>
                      <a:r>
                        <a:rPr b="0" i="0" lang="en-IN" sz="5000" u="none" cap="none" strike="noStrike">
                          <a:solidFill>
                            <a:srgbClr val="000000"/>
                          </a:solidFill>
                          <a:latin typeface="Cambria"/>
                          <a:ea typeface="Cambria"/>
                          <a:cs typeface="Cambria"/>
                          <a:sym typeface="Cambria"/>
                        </a:rPr>
                        <a:t>4.</a:t>
                      </a:r>
                      <a:endParaRPr/>
                    </a:p>
                  </a:txBody>
                  <a:tcPr marT="45725" marB="45725" marR="91450" marL="91450" anchor="ctr">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c>
                  <a:txBody>
                    <a:bodyPr/>
                    <a:lstStyle/>
                    <a:p>
                      <a:pPr indent="0" lvl="0" marL="0" marR="0" rtl="0" algn="ctr">
                        <a:lnSpc>
                          <a:spcPct val="110000"/>
                        </a:lnSpc>
                        <a:spcBef>
                          <a:spcPts val="0"/>
                        </a:spcBef>
                        <a:spcAft>
                          <a:spcPts val="0"/>
                        </a:spcAft>
                        <a:buClr>
                          <a:srgbClr val="000000"/>
                        </a:buClr>
                        <a:buSzPts val="5000"/>
                        <a:buFont typeface="Arial"/>
                        <a:buNone/>
                      </a:pPr>
                      <a:r>
                        <a:rPr b="0" i="0" lang="en-IN" sz="5000" u="none" cap="none" strike="noStrike">
                          <a:solidFill>
                            <a:srgbClr val="000000"/>
                          </a:solidFill>
                          <a:latin typeface="Cambria"/>
                          <a:ea typeface="Cambria"/>
                          <a:cs typeface="Cambria"/>
                          <a:sym typeface="Cambria"/>
                        </a:rPr>
                        <a:t>Body</a:t>
                      </a:r>
                      <a:endParaRPr/>
                    </a:p>
                  </a:txBody>
                  <a:tcPr marT="45725" marB="45725" marR="91450" marL="91450" anchor="ctr">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c>
                  <a:txBody>
                    <a:bodyPr/>
                    <a:lstStyle/>
                    <a:p>
                      <a:pPr indent="0" lvl="0" marL="0" marR="0" rtl="0" algn="ctr">
                        <a:lnSpc>
                          <a:spcPct val="110000"/>
                        </a:lnSpc>
                        <a:spcBef>
                          <a:spcPts val="0"/>
                        </a:spcBef>
                        <a:spcAft>
                          <a:spcPts val="0"/>
                        </a:spcAft>
                        <a:buClr>
                          <a:srgbClr val="000000"/>
                        </a:buClr>
                        <a:buSzPts val="5000"/>
                        <a:buFont typeface="Arial"/>
                        <a:buNone/>
                      </a:pPr>
                      <a:r>
                        <a:rPr b="0" i="0" lang="en-IN" sz="5000" u="none" cap="none" strike="noStrike">
                          <a:solidFill>
                            <a:srgbClr val="000000"/>
                          </a:solidFill>
                          <a:latin typeface="Cambria"/>
                          <a:ea typeface="Cambria"/>
                          <a:cs typeface="Cambria"/>
                          <a:sym typeface="Cambria"/>
                        </a:rPr>
                        <a:t>Body</a:t>
                      </a:r>
                      <a:endParaRPr b="0" i="0" sz="5000" u="none" cap="none" strike="noStrike">
                        <a:solidFill>
                          <a:srgbClr val="000000"/>
                        </a:solidFill>
                        <a:latin typeface="Cambria"/>
                        <a:ea typeface="Cambria"/>
                        <a:cs typeface="Cambria"/>
                        <a:sym typeface="Cambria"/>
                      </a:endParaRPr>
                    </a:p>
                  </a:txBody>
                  <a:tcPr marT="45725" marB="45725" marR="91450" marL="91450" anchor="ctr">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c>
                  <a:txBody>
                    <a:bodyPr/>
                    <a:lstStyle/>
                    <a:p>
                      <a:pPr indent="0" lvl="0" marL="0" marR="0" rtl="0" algn="ctr">
                        <a:lnSpc>
                          <a:spcPct val="110000"/>
                        </a:lnSpc>
                        <a:spcBef>
                          <a:spcPts val="0"/>
                        </a:spcBef>
                        <a:spcAft>
                          <a:spcPts val="0"/>
                        </a:spcAft>
                        <a:buClr>
                          <a:srgbClr val="000000"/>
                        </a:buClr>
                        <a:buSzPts val="5000"/>
                        <a:buFont typeface="Arial"/>
                        <a:buNone/>
                      </a:pPr>
                      <a:r>
                        <a:rPr b="0" i="0" lang="en-IN" sz="5000" u="none" cap="none" strike="noStrike">
                          <a:solidFill>
                            <a:srgbClr val="000000"/>
                          </a:solidFill>
                          <a:latin typeface="Cambria"/>
                          <a:ea typeface="Cambria"/>
                          <a:cs typeface="Cambria"/>
                          <a:sym typeface="Cambria"/>
                        </a:rPr>
                        <a:t>Body</a:t>
                      </a:r>
                      <a:endParaRPr b="0" i="0" sz="5000" u="none" cap="none" strike="noStrike">
                        <a:solidFill>
                          <a:srgbClr val="000000"/>
                        </a:solidFill>
                        <a:latin typeface="Cambria"/>
                        <a:ea typeface="Cambria"/>
                        <a:cs typeface="Cambria"/>
                        <a:sym typeface="Cambria"/>
                      </a:endParaRPr>
                    </a:p>
                  </a:txBody>
                  <a:tcPr marT="45725" marB="45725" marR="91450" marL="91450" anchor="ctr">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c>
                  <a:txBody>
                    <a:bodyPr/>
                    <a:lstStyle/>
                    <a:p>
                      <a:pPr indent="0" lvl="0" marL="0" marR="0" rtl="0" algn="ctr">
                        <a:lnSpc>
                          <a:spcPct val="110000"/>
                        </a:lnSpc>
                        <a:spcBef>
                          <a:spcPts val="0"/>
                        </a:spcBef>
                        <a:spcAft>
                          <a:spcPts val="0"/>
                        </a:spcAft>
                        <a:buClr>
                          <a:srgbClr val="000000"/>
                        </a:buClr>
                        <a:buSzPts val="5000"/>
                        <a:buFont typeface="Arial"/>
                        <a:buNone/>
                      </a:pPr>
                      <a:r>
                        <a:rPr b="0" i="0" lang="en-IN" sz="5000" u="none" cap="none" strike="noStrike">
                          <a:solidFill>
                            <a:srgbClr val="000000"/>
                          </a:solidFill>
                          <a:latin typeface="Cambria"/>
                          <a:ea typeface="Cambria"/>
                          <a:cs typeface="Cambria"/>
                          <a:sym typeface="Cambria"/>
                        </a:rPr>
                        <a:t>Body</a:t>
                      </a:r>
                      <a:endParaRPr b="0" i="0" sz="5000" u="none" cap="none" strike="noStrike">
                        <a:solidFill>
                          <a:srgbClr val="000000"/>
                        </a:solidFill>
                        <a:latin typeface="Cambria"/>
                        <a:ea typeface="Cambria"/>
                        <a:cs typeface="Cambria"/>
                        <a:sym typeface="Cambria"/>
                      </a:endParaRPr>
                    </a:p>
                  </a:txBody>
                  <a:tcPr marT="45725" marB="45725" marR="91450" marL="91450" anchor="ctr">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r>
              <a:tr h="1252275">
                <a:tc>
                  <a:txBody>
                    <a:bodyPr/>
                    <a:lstStyle/>
                    <a:p>
                      <a:pPr indent="0" lvl="0" marL="0" marR="0" rtl="0" algn="ctr">
                        <a:lnSpc>
                          <a:spcPct val="110000"/>
                        </a:lnSpc>
                        <a:spcBef>
                          <a:spcPts val="0"/>
                        </a:spcBef>
                        <a:spcAft>
                          <a:spcPts val="0"/>
                        </a:spcAft>
                        <a:buClr>
                          <a:srgbClr val="000000"/>
                        </a:buClr>
                        <a:buSzPts val="5000"/>
                        <a:buFont typeface="Arial"/>
                        <a:buNone/>
                      </a:pPr>
                      <a:r>
                        <a:rPr b="0" i="0" lang="en-IN" sz="5000" u="none" cap="none" strike="noStrike">
                          <a:solidFill>
                            <a:srgbClr val="000000"/>
                          </a:solidFill>
                          <a:latin typeface="Cambria"/>
                          <a:ea typeface="Cambria"/>
                          <a:cs typeface="Cambria"/>
                          <a:sym typeface="Cambria"/>
                        </a:rPr>
                        <a:t>5.</a:t>
                      </a:r>
                      <a:endParaRPr/>
                    </a:p>
                  </a:txBody>
                  <a:tcPr marT="45725" marB="45725" marR="91450" marL="91450" anchor="ctr">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c>
                  <a:txBody>
                    <a:bodyPr/>
                    <a:lstStyle/>
                    <a:p>
                      <a:pPr indent="0" lvl="0" marL="0" marR="0" rtl="0" algn="ctr">
                        <a:lnSpc>
                          <a:spcPct val="110000"/>
                        </a:lnSpc>
                        <a:spcBef>
                          <a:spcPts val="0"/>
                        </a:spcBef>
                        <a:spcAft>
                          <a:spcPts val="0"/>
                        </a:spcAft>
                        <a:buClr>
                          <a:srgbClr val="000000"/>
                        </a:buClr>
                        <a:buSzPts val="5000"/>
                        <a:buFont typeface="Arial"/>
                        <a:buNone/>
                      </a:pPr>
                      <a:r>
                        <a:rPr b="0" i="0" lang="en-IN" sz="5000" u="none" cap="none" strike="noStrike">
                          <a:solidFill>
                            <a:srgbClr val="000000"/>
                          </a:solidFill>
                          <a:latin typeface="Cambria"/>
                          <a:ea typeface="Cambria"/>
                          <a:cs typeface="Cambria"/>
                          <a:sym typeface="Cambria"/>
                        </a:rPr>
                        <a:t>Body</a:t>
                      </a:r>
                      <a:endParaRPr/>
                    </a:p>
                  </a:txBody>
                  <a:tcPr marT="45725" marB="45725" marR="91450" marL="91450" anchor="ctr">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c>
                  <a:txBody>
                    <a:bodyPr/>
                    <a:lstStyle/>
                    <a:p>
                      <a:pPr indent="0" lvl="0" marL="0" marR="0" rtl="0" algn="ctr">
                        <a:lnSpc>
                          <a:spcPct val="110000"/>
                        </a:lnSpc>
                        <a:spcBef>
                          <a:spcPts val="0"/>
                        </a:spcBef>
                        <a:spcAft>
                          <a:spcPts val="0"/>
                        </a:spcAft>
                        <a:buClr>
                          <a:srgbClr val="000000"/>
                        </a:buClr>
                        <a:buSzPts val="5000"/>
                        <a:buFont typeface="Arial"/>
                        <a:buNone/>
                      </a:pPr>
                      <a:r>
                        <a:rPr b="0" i="0" lang="en-IN" sz="5000" u="none" cap="none" strike="noStrike">
                          <a:solidFill>
                            <a:srgbClr val="000000"/>
                          </a:solidFill>
                          <a:latin typeface="Cambria"/>
                          <a:ea typeface="Cambria"/>
                          <a:cs typeface="Cambria"/>
                          <a:sym typeface="Cambria"/>
                        </a:rPr>
                        <a:t>Body</a:t>
                      </a:r>
                      <a:endParaRPr b="0" i="0" sz="5000" u="none" cap="none" strike="noStrike">
                        <a:solidFill>
                          <a:srgbClr val="000000"/>
                        </a:solidFill>
                        <a:latin typeface="Cambria"/>
                        <a:ea typeface="Cambria"/>
                        <a:cs typeface="Cambria"/>
                        <a:sym typeface="Cambria"/>
                      </a:endParaRPr>
                    </a:p>
                  </a:txBody>
                  <a:tcPr marT="45725" marB="45725" marR="91450" marL="91450" anchor="ctr">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c>
                  <a:txBody>
                    <a:bodyPr/>
                    <a:lstStyle/>
                    <a:p>
                      <a:pPr indent="0" lvl="0" marL="0" marR="0" rtl="0" algn="ctr">
                        <a:lnSpc>
                          <a:spcPct val="110000"/>
                        </a:lnSpc>
                        <a:spcBef>
                          <a:spcPts val="0"/>
                        </a:spcBef>
                        <a:spcAft>
                          <a:spcPts val="0"/>
                        </a:spcAft>
                        <a:buClr>
                          <a:srgbClr val="000000"/>
                        </a:buClr>
                        <a:buSzPts val="5000"/>
                        <a:buFont typeface="Arial"/>
                        <a:buNone/>
                      </a:pPr>
                      <a:r>
                        <a:rPr b="0" i="0" lang="en-IN" sz="5000" u="none" cap="none" strike="noStrike">
                          <a:solidFill>
                            <a:srgbClr val="000000"/>
                          </a:solidFill>
                          <a:latin typeface="Cambria"/>
                          <a:ea typeface="Cambria"/>
                          <a:cs typeface="Cambria"/>
                          <a:sym typeface="Cambria"/>
                        </a:rPr>
                        <a:t>Body</a:t>
                      </a:r>
                      <a:endParaRPr b="0" i="0" sz="5000" u="none" cap="none" strike="noStrike">
                        <a:solidFill>
                          <a:srgbClr val="000000"/>
                        </a:solidFill>
                        <a:latin typeface="Cambria"/>
                        <a:ea typeface="Cambria"/>
                        <a:cs typeface="Cambria"/>
                        <a:sym typeface="Cambria"/>
                      </a:endParaRPr>
                    </a:p>
                  </a:txBody>
                  <a:tcPr marT="45725" marB="45725" marR="91450" marL="91450" anchor="ctr">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c>
                  <a:txBody>
                    <a:bodyPr/>
                    <a:lstStyle/>
                    <a:p>
                      <a:pPr indent="0" lvl="0" marL="0" marR="0" rtl="0" algn="ctr">
                        <a:lnSpc>
                          <a:spcPct val="110000"/>
                        </a:lnSpc>
                        <a:spcBef>
                          <a:spcPts val="0"/>
                        </a:spcBef>
                        <a:spcAft>
                          <a:spcPts val="0"/>
                        </a:spcAft>
                        <a:buClr>
                          <a:srgbClr val="000000"/>
                        </a:buClr>
                        <a:buSzPts val="5000"/>
                        <a:buFont typeface="Arial"/>
                        <a:buNone/>
                      </a:pPr>
                      <a:r>
                        <a:rPr b="0" i="0" lang="en-IN" sz="5000" u="none" cap="none" strike="noStrike">
                          <a:solidFill>
                            <a:srgbClr val="000000"/>
                          </a:solidFill>
                          <a:latin typeface="Cambria"/>
                          <a:ea typeface="Cambria"/>
                          <a:cs typeface="Cambria"/>
                          <a:sym typeface="Cambria"/>
                        </a:rPr>
                        <a:t>Body</a:t>
                      </a:r>
                      <a:endParaRPr b="0" i="0" sz="5000" u="none" cap="none" strike="noStrike">
                        <a:solidFill>
                          <a:srgbClr val="000000"/>
                        </a:solidFill>
                        <a:latin typeface="Cambria"/>
                        <a:ea typeface="Cambria"/>
                        <a:cs typeface="Cambria"/>
                        <a:sym typeface="Cambria"/>
                      </a:endParaRPr>
                    </a:p>
                  </a:txBody>
                  <a:tcPr marT="45725" marB="45725" marR="91450" marL="91450" anchor="ctr">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r>
              <a:tr h="1252275">
                <a:tc>
                  <a:txBody>
                    <a:bodyPr/>
                    <a:lstStyle/>
                    <a:p>
                      <a:pPr indent="0" lvl="0" marL="0" marR="0" rtl="0" algn="ctr">
                        <a:lnSpc>
                          <a:spcPct val="110000"/>
                        </a:lnSpc>
                        <a:spcBef>
                          <a:spcPts val="0"/>
                        </a:spcBef>
                        <a:spcAft>
                          <a:spcPts val="0"/>
                        </a:spcAft>
                        <a:buClr>
                          <a:srgbClr val="000000"/>
                        </a:buClr>
                        <a:buSzPts val="5000"/>
                        <a:buFont typeface="Arial"/>
                        <a:buNone/>
                      </a:pPr>
                      <a:r>
                        <a:rPr b="0" i="0" lang="en-IN" sz="5000" u="none" cap="none" strike="noStrike">
                          <a:solidFill>
                            <a:srgbClr val="000000"/>
                          </a:solidFill>
                          <a:latin typeface="Cambria"/>
                          <a:ea typeface="Cambria"/>
                          <a:cs typeface="Cambria"/>
                          <a:sym typeface="Cambria"/>
                        </a:rPr>
                        <a:t>6.</a:t>
                      </a:r>
                      <a:endParaRPr/>
                    </a:p>
                  </a:txBody>
                  <a:tcPr marT="45725" marB="45725" marR="91450" marL="91450" anchor="ctr">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c>
                  <a:txBody>
                    <a:bodyPr/>
                    <a:lstStyle/>
                    <a:p>
                      <a:pPr indent="0" lvl="0" marL="0" marR="0" rtl="0" algn="ctr">
                        <a:lnSpc>
                          <a:spcPct val="110000"/>
                        </a:lnSpc>
                        <a:spcBef>
                          <a:spcPts val="0"/>
                        </a:spcBef>
                        <a:spcAft>
                          <a:spcPts val="0"/>
                        </a:spcAft>
                        <a:buClr>
                          <a:srgbClr val="000000"/>
                        </a:buClr>
                        <a:buSzPts val="5000"/>
                        <a:buFont typeface="Arial"/>
                        <a:buNone/>
                      </a:pPr>
                      <a:r>
                        <a:rPr b="0" i="0" lang="en-IN" sz="5000" u="none" cap="none" strike="noStrike">
                          <a:solidFill>
                            <a:srgbClr val="000000"/>
                          </a:solidFill>
                          <a:latin typeface="Cambria"/>
                          <a:ea typeface="Cambria"/>
                          <a:cs typeface="Cambria"/>
                          <a:sym typeface="Cambria"/>
                        </a:rPr>
                        <a:t>Body</a:t>
                      </a:r>
                      <a:endParaRPr/>
                    </a:p>
                  </a:txBody>
                  <a:tcPr marT="45725" marB="45725" marR="91450" marL="91450" anchor="ctr">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c>
                  <a:txBody>
                    <a:bodyPr/>
                    <a:lstStyle/>
                    <a:p>
                      <a:pPr indent="0" lvl="0" marL="0" marR="0" rtl="0" algn="ctr">
                        <a:lnSpc>
                          <a:spcPct val="110000"/>
                        </a:lnSpc>
                        <a:spcBef>
                          <a:spcPts val="0"/>
                        </a:spcBef>
                        <a:spcAft>
                          <a:spcPts val="0"/>
                        </a:spcAft>
                        <a:buClr>
                          <a:srgbClr val="000000"/>
                        </a:buClr>
                        <a:buSzPts val="5000"/>
                        <a:buFont typeface="Arial"/>
                        <a:buNone/>
                      </a:pPr>
                      <a:r>
                        <a:rPr b="0" i="0" lang="en-IN" sz="5000" u="none" cap="none" strike="noStrike">
                          <a:solidFill>
                            <a:srgbClr val="000000"/>
                          </a:solidFill>
                          <a:latin typeface="Cambria"/>
                          <a:ea typeface="Cambria"/>
                          <a:cs typeface="Cambria"/>
                          <a:sym typeface="Cambria"/>
                        </a:rPr>
                        <a:t>Body</a:t>
                      </a:r>
                      <a:endParaRPr b="0" i="0" sz="5000" u="none" cap="none" strike="noStrike">
                        <a:solidFill>
                          <a:srgbClr val="000000"/>
                        </a:solidFill>
                        <a:latin typeface="Cambria"/>
                        <a:ea typeface="Cambria"/>
                        <a:cs typeface="Cambria"/>
                        <a:sym typeface="Cambria"/>
                      </a:endParaRPr>
                    </a:p>
                  </a:txBody>
                  <a:tcPr marT="45725" marB="45725" marR="91450" marL="91450" anchor="ctr">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c>
                  <a:txBody>
                    <a:bodyPr/>
                    <a:lstStyle/>
                    <a:p>
                      <a:pPr indent="0" lvl="0" marL="0" marR="0" rtl="0" algn="ctr">
                        <a:lnSpc>
                          <a:spcPct val="110000"/>
                        </a:lnSpc>
                        <a:spcBef>
                          <a:spcPts val="0"/>
                        </a:spcBef>
                        <a:spcAft>
                          <a:spcPts val="0"/>
                        </a:spcAft>
                        <a:buClr>
                          <a:srgbClr val="000000"/>
                        </a:buClr>
                        <a:buSzPts val="5000"/>
                        <a:buFont typeface="Arial"/>
                        <a:buNone/>
                      </a:pPr>
                      <a:r>
                        <a:rPr b="0" i="0" lang="en-IN" sz="5000" u="none" cap="none" strike="noStrike">
                          <a:solidFill>
                            <a:srgbClr val="000000"/>
                          </a:solidFill>
                          <a:latin typeface="Cambria"/>
                          <a:ea typeface="Cambria"/>
                          <a:cs typeface="Cambria"/>
                          <a:sym typeface="Cambria"/>
                        </a:rPr>
                        <a:t>Body</a:t>
                      </a:r>
                      <a:endParaRPr b="0" i="0" sz="5000" u="none" cap="none" strike="noStrike">
                        <a:solidFill>
                          <a:srgbClr val="000000"/>
                        </a:solidFill>
                        <a:latin typeface="Cambria"/>
                        <a:ea typeface="Cambria"/>
                        <a:cs typeface="Cambria"/>
                        <a:sym typeface="Cambria"/>
                      </a:endParaRPr>
                    </a:p>
                  </a:txBody>
                  <a:tcPr marT="45725" marB="45725" marR="91450" marL="91450" anchor="ctr">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c>
                  <a:txBody>
                    <a:bodyPr/>
                    <a:lstStyle/>
                    <a:p>
                      <a:pPr indent="0" lvl="0" marL="0" marR="0" rtl="0" algn="ctr">
                        <a:lnSpc>
                          <a:spcPct val="110000"/>
                        </a:lnSpc>
                        <a:spcBef>
                          <a:spcPts val="0"/>
                        </a:spcBef>
                        <a:spcAft>
                          <a:spcPts val="0"/>
                        </a:spcAft>
                        <a:buClr>
                          <a:srgbClr val="000000"/>
                        </a:buClr>
                        <a:buSzPts val="5000"/>
                        <a:buFont typeface="Arial"/>
                        <a:buNone/>
                      </a:pPr>
                      <a:r>
                        <a:rPr b="0" i="0" lang="en-IN" sz="5000" u="none" cap="none" strike="noStrike">
                          <a:solidFill>
                            <a:srgbClr val="000000"/>
                          </a:solidFill>
                          <a:latin typeface="Cambria"/>
                          <a:ea typeface="Cambria"/>
                          <a:cs typeface="Cambria"/>
                          <a:sym typeface="Cambria"/>
                        </a:rPr>
                        <a:t>Body</a:t>
                      </a:r>
                      <a:endParaRPr b="0" i="0" sz="5000" u="none" cap="none" strike="noStrike">
                        <a:solidFill>
                          <a:srgbClr val="000000"/>
                        </a:solidFill>
                        <a:latin typeface="Cambria"/>
                        <a:ea typeface="Cambria"/>
                        <a:cs typeface="Cambria"/>
                        <a:sym typeface="Cambria"/>
                      </a:endParaRPr>
                    </a:p>
                  </a:txBody>
                  <a:tcPr marT="45725" marB="45725" marR="91450" marL="91450" anchor="ctr">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r>
              <a:tr h="1252275">
                <a:tc>
                  <a:txBody>
                    <a:bodyPr/>
                    <a:lstStyle/>
                    <a:p>
                      <a:pPr indent="0" lvl="0" marL="0" marR="0" rtl="0" algn="ctr">
                        <a:lnSpc>
                          <a:spcPct val="110000"/>
                        </a:lnSpc>
                        <a:spcBef>
                          <a:spcPts val="0"/>
                        </a:spcBef>
                        <a:spcAft>
                          <a:spcPts val="0"/>
                        </a:spcAft>
                        <a:buClr>
                          <a:srgbClr val="000000"/>
                        </a:buClr>
                        <a:buSzPts val="5000"/>
                        <a:buFont typeface="Arial"/>
                        <a:buNone/>
                      </a:pPr>
                      <a:r>
                        <a:rPr b="0" i="0" lang="en-IN" sz="5000" u="none" cap="none" strike="noStrike">
                          <a:solidFill>
                            <a:srgbClr val="000000"/>
                          </a:solidFill>
                          <a:latin typeface="Cambria"/>
                          <a:ea typeface="Cambria"/>
                          <a:cs typeface="Cambria"/>
                          <a:sym typeface="Cambria"/>
                        </a:rPr>
                        <a:t>7.</a:t>
                      </a:r>
                      <a:endParaRPr/>
                    </a:p>
                  </a:txBody>
                  <a:tcPr marT="45725" marB="45725" marR="91450" marL="91450" anchor="ctr">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c>
                  <a:txBody>
                    <a:bodyPr/>
                    <a:lstStyle/>
                    <a:p>
                      <a:pPr indent="0" lvl="0" marL="0" marR="0" rtl="0" algn="ctr">
                        <a:lnSpc>
                          <a:spcPct val="110000"/>
                        </a:lnSpc>
                        <a:spcBef>
                          <a:spcPts val="0"/>
                        </a:spcBef>
                        <a:spcAft>
                          <a:spcPts val="0"/>
                        </a:spcAft>
                        <a:buClr>
                          <a:srgbClr val="000000"/>
                        </a:buClr>
                        <a:buSzPts val="5000"/>
                        <a:buFont typeface="Arial"/>
                        <a:buNone/>
                      </a:pPr>
                      <a:r>
                        <a:rPr b="0" i="0" lang="en-IN" sz="5000" u="none" cap="none" strike="noStrike">
                          <a:solidFill>
                            <a:srgbClr val="000000"/>
                          </a:solidFill>
                          <a:latin typeface="Cambria"/>
                          <a:ea typeface="Cambria"/>
                          <a:cs typeface="Cambria"/>
                          <a:sym typeface="Cambria"/>
                        </a:rPr>
                        <a:t>Body</a:t>
                      </a:r>
                      <a:endParaRPr/>
                    </a:p>
                  </a:txBody>
                  <a:tcPr marT="45725" marB="45725" marR="91450" marL="91450" anchor="ctr">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c>
                  <a:txBody>
                    <a:bodyPr/>
                    <a:lstStyle/>
                    <a:p>
                      <a:pPr indent="0" lvl="0" marL="0" marR="0" rtl="0" algn="ctr">
                        <a:lnSpc>
                          <a:spcPct val="110000"/>
                        </a:lnSpc>
                        <a:spcBef>
                          <a:spcPts val="0"/>
                        </a:spcBef>
                        <a:spcAft>
                          <a:spcPts val="0"/>
                        </a:spcAft>
                        <a:buClr>
                          <a:srgbClr val="000000"/>
                        </a:buClr>
                        <a:buSzPts val="5000"/>
                        <a:buFont typeface="Arial"/>
                        <a:buNone/>
                      </a:pPr>
                      <a:r>
                        <a:rPr b="0" i="0" lang="en-IN" sz="5000" u="none" cap="none" strike="noStrike">
                          <a:solidFill>
                            <a:srgbClr val="000000"/>
                          </a:solidFill>
                          <a:latin typeface="Cambria"/>
                          <a:ea typeface="Cambria"/>
                          <a:cs typeface="Cambria"/>
                          <a:sym typeface="Cambria"/>
                        </a:rPr>
                        <a:t>Body</a:t>
                      </a:r>
                      <a:endParaRPr b="0" i="0" sz="5000" u="none" cap="none" strike="noStrike">
                        <a:solidFill>
                          <a:srgbClr val="000000"/>
                        </a:solidFill>
                        <a:latin typeface="Cambria"/>
                        <a:ea typeface="Cambria"/>
                        <a:cs typeface="Cambria"/>
                        <a:sym typeface="Cambria"/>
                      </a:endParaRPr>
                    </a:p>
                  </a:txBody>
                  <a:tcPr marT="45725" marB="45725" marR="91450" marL="91450" anchor="ctr">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c>
                  <a:txBody>
                    <a:bodyPr/>
                    <a:lstStyle/>
                    <a:p>
                      <a:pPr indent="0" lvl="0" marL="0" marR="0" rtl="0" algn="ctr">
                        <a:lnSpc>
                          <a:spcPct val="110000"/>
                        </a:lnSpc>
                        <a:spcBef>
                          <a:spcPts val="0"/>
                        </a:spcBef>
                        <a:spcAft>
                          <a:spcPts val="0"/>
                        </a:spcAft>
                        <a:buClr>
                          <a:srgbClr val="000000"/>
                        </a:buClr>
                        <a:buSzPts val="5000"/>
                        <a:buFont typeface="Arial"/>
                        <a:buNone/>
                      </a:pPr>
                      <a:r>
                        <a:rPr b="0" i="0" lang="en-IN" sz="5000" u="none" cap="none" strike="noStrike">
                          <a:solidFill>
                            <a:srgbClr val="000000"/>
                          </a:solidFill>
                          <a:latin typeface="Cambria"/>
                          <a:ea typeface="Cambria"/>
                          <a:cs typeface="Cambria"/>
                          <a:sym typeface="Cambria"/>
                        </a:rPr>
                        <a:t>Body</a:t>
                      </a:r>
                      <a:endParaRPr b="0" i="0" sz="5000" u="none" cap="none" strike="noStrike">
                        <a:solidFill>
                          <a:srgbClr val="000000"/>
                        </a:solidFill>
                        <a:latin typeface="Cambria"/>
                        <a:ea typeface="Cambria"/>
                        <a:cs typeface="Cambria"/>
                        <a:sym typeface="Cambria"/>
                      </a:endParaRPr>
                    </a:p>
                  </a:txBody>
                  <a:tcPr marT="45725" marB="45725" marR="91450" marL="91450" anchor="ctr">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c>
                  <a:txBody>
                    <a:bodyPr/>
                    <a:lstStyle/>
                    <a:p>
                      <a:pPr indent="0" lvl="0" marL="0" marR="0" rtl="0" algn="ctr">
                        <a:lnSpc>
                          <a:spcPct val="110000"/>
                        </a:lnSpc>
                        <a:spcBef>
                          <a:spcPts val="0"/>
                        </a:spcBef>
                        <a:spcAft>
                          <a:spcPts val="0"/>
                        </a:spcAft>
                        <a:buClr>
                          <a:srgbClr val="000000"/>
                        </a:buClr>
                        <a:buSzPts val="5000"/>
                        <a:buFont typeface="Arial"/>
                        <a:buNone/>
                      </a:pPr>
                      <a:r>
                        <a:rPr b="0" i="0" lang="en-IN" sz="5000" u="none" cap="none" strike="noStrike">
                          <a:solidFill>
                            <a:srgbClr val="000000"/>
                          </a:solidFill>
                          <a:latin typeface="Cambria"/>
                          <a:ea typeface="Cambria"/>
                          <a:cs typeface="Cambria"/>
                          <a:sym typeface="Cambria"/>
                        </a:rPr>
                        <a:t>Body</a:t>
                      </a:r>
                      <a:endParaRPr b="0" i="0" sz="5000" u="none" cap="none" strike="noStrike">
                        <a:solidFill>
                          <a:srgbClr val="000000"/>
                        </a:solidFill>
                        <a:latin typeface="Cambria"/>
                        <a:ea typeface="Cambria"/>
                        <a:cs typeface="Cambria"/>
                        <a:sym typeface="Cambria"/>
                      </a:endParaRPr>
                    </a:p>
                  </a:txBody>
                  <a:tcPr marT="45725" marB="45725" marR="91450" marL="91450" anchor="ctr">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r>
              <a:tr h="1252275">
                <a:tc>
                  <a:txBody>
                    <a:bodyPr/>
                    <a:lstStyle/>
                    <a:p>
                      <a:pPr indent="0" lvl="0" marL="0" marR="0" rtl="0" algn="ctr">
                        <a:lnSpc>
                          <a:spcPct val="110000"/>
                        </a:lnSpc>
                        <a:spcBef>
                          <a:spcPts val="0"/>
                        </a:spcBef>
                        <a:spcAft>
                          <a:spcPts val="0"/>
                        </a:spcAft>
                        <a:buClr>
                          <a:srgbClr val="000000"/>
                        </a:buClr>
                        <a:buSzPts val="5000"/>
                        <a:buFont typeface="Arial"/>
                        <a:buNone/>
                      </a:pPr>
                      <a:r>
                        <a:rPr b="0" i="0" lang="en-IN" sz="5000" u="none" cap="none" strike="noStrike">
                          <a:solidFill>
                            <a:srgbClr val="000000"/>
                          </a:solidFill>
                          <a:latin typeface="Cambria"/>
                          <a:ea typeface="Cambria"/>
                          <a:cs typeface="Cambria"/>
                          <a:sym typeface="Cambria"/>
                        </a:rPr>
                        <a:t>8.</a:t>
                      </a:r>
                      <a:endParaRPr/>
                    </a:p>
                  </a:txBody>
                  <a:tcPr marT="45725" marB="45725" marR="91450" marL="91450" anchor="ctr">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c>
                  <a:txBody>
                    <a:bodyPr/>
                    <a:lstStyle/>
                    <a:p>
                      <a:pPr indent="0" lvl="0" marL="0" marR="0" rtl="0" algn="ctr">
                        <a:lnSpc>
                          <a:spcPct val="110000"/>
                        </a:lnSpc>
                        <a:spcBef>
                          <a:spcPts val="0"/>
                        </a:spcBef>
                        <a:spcAft>
                          <a:spcPts val="0"/>
                        </a:spcAft>
                        <a:buClr>
                          <a:srgbClr val="000000"/>
                        </a:buClr>
                        <a:buSzPts val="5000"/>
                        <a:buFont typeface="Arial"/>
                        <a:buNone/>
                      </a:pPr>
                      <a:r>
                        <a:rPr b="0" i="0" lang="en-IN" sz="5000" u="none" cap="none" strike="noStrike">
                          <a:solidFill>
                            <a:srgbClr val="000000"/>
                          </a:solidFill>
                          <a:latin typeface="Cambria"/>
                          <a:ea typeface="Cambria"/>
                          <a:cs typeface="Cambria"/>
                          <a:sym typeface="Cambria"/>
                        </a:rPr>
                        <a:t>Body</a:t>
                      </a:r>
                      <a:endParaRPr/>
                    </a:p>
                  </a:txBody>
                  <a:tcPr marT="45725" marB="45725" marR="91450" marL="91450" anchor="ctr">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c>
                  <a:txBody>
                    <a:bodyPr/>
                    <a:lstStyle/>
                    <a:p>
                      <a:pPr indent="0" lvl="0" marL="0" marR="0" rtl="0" algn="ctr">
                        <a:lnSpc>
                          <a:spcPct val="110000"/>
                        </a:lnSpc>
                        <a:spcBef>
                          <a:spcPts val="0"/>
                        </a:spcBef>
                        <a:spcAft>
                          <a:spcPts val="0"/>
                        </a:spcAft>
                        <a:buClr>
                          <a:srgbClr val="000000"/>
                        </a:buClr>
                        <a:buSzPts val="5000"/>
                        <a:buFont typeface="Arial"/>
                        <a:buNone/>
                      </a:pPr>
                      <a:r>
                        <a:rPr b="0" i="0" lang="en-IN" sz="5000" u="none" cap="none" strike="noStrike">
                          <a:solidFill>
                            <a:srgbClr val="000000"/>
                          </a:solidFill>
                          <a:latin typeface="Cambria"/>
                          <a:ea typeface="Cambria"/>
                          <a:cs typeface="Cambria"/>
                          <a:sym typeface="Cambria"/>
                        </a:rPr>
                        <a:t>Body</a:t>
                      </a:r>
                      <a:endParaRPr b="0" i="0" sz="5000" u="none" cap="none" strike="noStrike">
                        <a:solidFill>
                          <a:srgbClr val="000000"/>
                        </a:solidFill>
                        <a:latin typeface="Cambria"/>
                        <a:ea typeface="Cambria"/>
                        <a:cs typeface="Cambria"/>
                        <a:sym typeface="Cambria"/>
                      </a:endParaRPr>
                    </a:p>
                  </a:txBody>
                  <a:tcPr marT="45725" marB="45725" marR="91450" marL="91450" anchor="ctr">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c>
                  <a:txBody>
                    <a:bodyPr/>
                    <a:lstStyle/>
                    <a:p>
                      <a:pPr indent="0" lvl="0" marL="0" marR="0" rtl="0" algn="ctr">
                        <a:lnSpc>
                          <a:spcPct val="110000"/>
                        </a:lnSpc>
                        <a:spcBef>
                          <a:spcPts val="0"/>
                        </a:spcBef>
                        <a:spcAft>
                          <a:spcPts val="0"/>
                        </a:spcAft>
                        <a:buClr>
                          <a:srgbClr val="000000"/>
                        </a:buClr>
                        <a:buSzPts val="5000"/>
                        <a:buFont typeface="Arial"/>
                        <a:buNone/>
                      </a:pPr>
                      <a:r>
                        <a:rPr b="0" i="0" lang="en-IN" sz="5000" u="none" cap="none" strike="noStrike">
                          <a:solidFill>
                            <a:srgbClr val="000000"/>
                          </a:solidFill>
                          <a:latin typeface="Cambria"/>
                          <a:ea typeface="Cambria"/>
                          <a:cs typeface="Cambria"/>
                          <a:sym typeface="Cambria"/>
                        </a:rPr>
                        <a:t>Body</a:t>
                      </a:r>
                      <a:endParaRPr b="0" i="0" sz="5000" u="none" cap="none" strike="noStrike">
                        <a:solidFill>
                          <a:srgbClr val="000000"/>
                        </a:solidFill>
                        <a:latin typeface="Cambria"/>
                        <a:ea typeface="Cambria"/>
                        <a:cs typeface="Cambria"/>
                        <a:sym typeface="Cambria"/>
                      </a:endParaRPr>
                    </a:p>
                  </a:txBody>
                  <a:tcPr marT="45725" marB="45725" marR="91450" marL="91450" anchor="ctr">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c>
                  <a:txBody>
                    <a:bodyPr/>
                    <a:lstStyle/>
                    <a:p>
                      <a:pPr indent="0" lvl="0" marL="0" marR="0" rtl="0" algn="ctr">
                        <a:lnSpc>
                          <a:spcPct val="110000"/>
                        </a:lnSpc>
                        <a:spcBef>
                          <a:spcPts val="0"/>
                        </a:spcBef>
                        <a:spcAft>
                          <a:spcPts val="0"/>
                        </a:spcAft>
                        <a:buClr>
                          <a:srgbClr val="000000"/>
                        </a:buClr>
                        <a:buSzPts val="5000"/>
                        <a:buFont typeface="Arial"/>
                        <a:buNone/>
                      </a:pPr>
                      <a:r>
                        <a:rPr b="0" i="0" lang="en-IN" sz="5000" u="none" cap="none" strike="noStrike">
                          <a:solidFill>
                            <a:srgbClr val="000000"/>
                          </a:solidFill>
                          <a:latin typeface="Cambria"/>
                          <a:ea typeface="Cambria"/>
                          <a:cs typeface="Cambria"/>
                          <a:sym typeface="Cambria"/>
                        </a:rPr>
                        <a:t>Body</a:t>
                      </a:r>
                      <a:endParaRPr b="0" i="0" sz="5000" u="none" cap="none" strike="noStrike">
                        <a:solidFill>
                          <a:srgbClr val="000000"/>
                        </a:solidFill>
                        <a:latin typeface="Cambria"/>
                        <a:ea typeface="Cambria"/>
                        <a:cs typeface="Cambria"/>
                        <a:sym typeface="Cambria"/>
                      </a:endParaRPr>
                    </a:p>
                  </a:txBody>
                  <a:tcPr marT="45725" marB="45725" marR="91450" marL="91450" anchor="ctr">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r>
              <a:tr h="1252275">
                <a:tc>
                  <a:txBody>
                    <a:bodyPr/>
                    <a:lstStyle/>
                    <a:p>
                      <a:pPr indent="0" lvl="0" marL="0" marR="0" rtl="0" algn="ctr">
                        <a:lnSpc>
                          <a:spcPct val="110000"/>
                        </a:lnSpc>
                        <a:spcBef>
                          <a:spcPts val="0"/>
                        </a:spcBef>
                        <a:spcAft>
                          <a:spcPts val="0"/>
                        </a:spcAft>
                        <a:buClr>
                          <a:srgbClr val="000000"/>
                        </a:buClr>
                        <a:buSzPts val="5000"/>
                        <a:buFont typeface="Arial"/>
                        <a:buNone/>
                      </a:pPr>
                      <a:r>
                        <a:rPr b="0" i="0" lang="en-IN" sz="5000" u="none" cap="none" strike="noStrike">
                          <a:solidFill>
                            <a:srgbClr val="000000"/>
                          </a:solidFill>
                          <a:latin typeface="Cambria"/>
                          <a:ea typeface="Cambria"/>
                          <a:cs typeface="Cambria"/>
                          <a:sym typeface="Cambria"/>
                        </a:rPr>
                        <a:t>9.</a:t>
                      </a:r>
                      <a:endParaRPr/>
                    </a:p>
                  </a:txBody>
                  <a:tcPr marT="45725" marB="45725" marR="91450" marL="91450" anchor="ctr">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c>
                  <a:txBody>
                    <a:bodyPr/>
                    <a:lstStyle/>
                    <a:p>
                      <a:pPr indent="0" lvl="0" marL="0" marR="0" rtl="0" algn="ctr">
                        <a:lnSpc>
                          <a:spcPct val="110000"/>
                        </a:lnSpc>
                        <a:spcBef>
                          <a:spcPts val="0"/>
                        </a:spcBef>
                        <a:spcAft>
                          <a:spcPts val="0"/>
                        </a:spcAft>
                        <a:buClr>
                          <a:srgbClr val="000000"/>
                        </a:buClr>
                        <a:buSzPts val="5000"/>
                        <a:buFont typeface="Arial"/>
                        <a:buNone/>
                      </a:pPr>
                      <a:r>
                        <a:rPr b="0" i="0" lang="en-IN" sz="5000" u="none" cap="none" strike="noStrike">
                          <a:solidFill>
                            <a:srgbClr val="000000"/>
                          </a:solidFill>
                          <a:latin typeface="Cambria"/>
                          <a:ea typeface="Cambria"/>
                          <a:cs typeface="Cambria"/>
                          <a:sym typeface="Cambria"/>
                        </a:rPr>
                        <a:t>Body</a:t>
                      </a:r>
                      <a:endParaRPr/>
                    </a:p>
                  </a:txBody>
                  <a:tcPr marT="45725" marB="45725" marR="91450" marL="91450" anchor="ctr">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c>
                  <a:txBody>
                    <a:bodyPr/>
                    <a:lstStyle/>
                    <a:p>
                      <a:pPr indent="0" lvl="0" marL="0" marR="0" rtl="0" algn="ctr">
                        <a:lnSpc>
                          <a:spcPct val="110000"/>
                        </a:lnSpc>
                        <a:spcBef>
                          <a:spcPts val="0"/>
                        </a:spcBef>
                        <a:spcAft>
                          <a:spcPts val="0"/>
                        </a:spcAft>
                        <a:buClr>
                          <a:srgbClr val="000000"/>
                        </a:buClr>
                        <a:buSzPts val="5000"/>
                        <a:buFont typeface="Arial"/>
                        <a:buNone/>
                      </a:pPr>
                      <a:r>
                        <a:rPr b="0" i="0" lang="en-IN" sz="5000" u="none" cap="none" strike="noStrike">
                          <a:solidFill>
                            <a:srgbClr val="000000"/>
                          </a:solidFill>
                          <a:latin typeface="Cambria"/>
                          <a:ea typeface="Cambria"/>
                          <a:cs typeface="Cambria"/>
                          <a:sym typeface="Cambria"/>
                        </a:rPr>
                        <a:t>Body</a:t>
                      </a:r>
                      <a:endParaRPr/>
                    </a:p>
                  </a:txBody>
                  <a:tcPr marT="45725" marB="45725" marR="91450" marL="91450" anchor="ctr">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c>
                  <a:txBody>
                    <a:bodyPr/>
                    <a:lstStyle/>
                    <a:p>
                      <a:pPr indent="0" lvl="0" marL="0" marR="0" rtl="0" algn="ctr">
                        <a:lnSpc>
                          <a:spcPct val="110000"/>
                        </a:lnSpc>
                        <a:spcBef>
                          <a:spcPts val="0"/>
                        </a:spcBef>
                        <a:spcAft>
                          <a:spcPts val="0"/>
                        </a:spcAft>
                        <a:buClr>
                          <a:srgbClr val="000000"/>
                        </a:buClr>
                        <a:buSzPts val="5000"/>
                        <a:buFont typeface="Arial"/>
                        <a:buNone/>
                      </a:pPr>
                      <a:r>
                        <a:rPr b="0" i="0" lang="en-IN" sz="5000" u="none" cap="none" strike="noStrike">
                          <a:solidFill>
                            <a:srgbClr val="000000"/>
                          </a:solidFill>
                          <a:latin typeface="Cambria"/>
                          <a:ea typeface="Cambria"/>
                          <a:cs typeface="Cambria"/>
                          <a:sym typeface="Cambria"/>
                        </a:rPr>
                        <a:t>Body</a:t>
                      </a:r>
                      <a:endParaRPr/>
                    </a:p>
                  </a:txBody>
                  <a:tcPr marT="45725" marB="45725" marR="91450" marL="91450" anchor="ctr">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c>
                  <a:txBody>
                    <a:bodyPr/>
                    <a:lstStyle/>
                    <a:p>
                      <a:pPr indent="0" lvl="0" marL="0" marR="0" rtl="0" algn="ctr">
                        <a:lnSpc>
                          <a:spcPct val="110000"/>
                        </a:lnSpc>
                        <a:spcBef>
                          <a:spcPts val="0"/>
                        </a:spcBef>
                        <a:spcAft>
                          <a:spcPts val="0"/>
                        </a:spcAft>
                        <a:buClr>
                          <a:srgbClr val="000000"/>
                        </a:buClr>
                        <a:buSzPts val="5000"/>
                        <a:buFont typeface="Arial"/>
                        <a:buNone/>
                      </a:pPr>
                      <a:r>
                        <a:rPr b="0" i="0" lang="en-IN" sz="5000" u="none" cap="none" strike="noStrike">
                          <a:solidFill>
                            <a:srgbClr val="000000"/>
                          </a:solidFill>
                          <a:latin typeface="Cambria"/>
                          <a:ea typeface="Cambria"/>
                          <a:cs typeface="Cambria"/>
                          <a:sym typeface="Cambria"/>
                        </a:rPr>
                        <a:t>Body</a:t>
                      </a:r>
                      <a:endParaRPr/>
                    </a:p>
                  </a:txBody>
                  <a:tcPr marT="45725" marB="45725" marR="91450" marL="91450" anchor="ctr">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r>
              <a:tr h="1252275">
                <a:tc>
                  <a:txBody>
                    <a:bodyPr/>
                    <a:lstStyle/>
                    <a:p>
                      <a:pPr indent="0" lvl="0" marL="0" marR="0" rtl="0" algn="ctr">
                        <a:lnSpc>
                          <a:spcPct val="110000"/>
                        </a:lnSpc>
                        <a:spcBef>
                          <a:spcPts val="0"/>
                        </a:spcBef>
                        <a:spcAft>
                          <a:spcPts val="0"/>
                        </a:spcAft>
                        <a:buClr>
                          <a:srgbClr val="000000"/>
                        </a:buClr>
                        <a:buSzPts val="5000"/>
                        <a:buFont typeface="Arial"/>
                        <a:buNone/>
                      </a:pPr>
                      <a:r>
                        <a:rPr b="0" i="0" lang="en-IN" sz="5000" u="none" cap="none" strike="noStrike">
                          <a:solidFill>
                            <a:srgbClr val="000000"/>
                          </a:solidFill>
                          <a:latin typeface="Cambria"/>
                          <a:ea typeface="Cambria"/>
                          <a:cs typeface="Cambria"/>
                          <a:sym typeface="Cambria"/>
                        </a:rPr>
                        <a:t>10.</a:t>
                      </a:r>
                      <a:endParaRPr/>
                    </a:p>
                  </a:txBody>
                  <a:tcPr marT="45725" marB="45725" marR="91450" marL="91450" anchor="ctr">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c>
                  <a:txBody>
                    <a:bodyPr/>
                    <a:lstStyle/>
                    <a:p>
                      <a:pPr indent="0" lvl="0" marL="0" marR="0" rtl="0" algn="ctr">
                        <a:lnSpc>
                          <a:spcPct val="110000"/>
                        </a:lnSpc>
                        <a:spcBef>
                          <a:spcPts val="0"/>
                        </a:spcBef>
                        <a:spcAft>
                          <a:spcPts val="0"/>
                        </a:spcAft>
                        <a:buClr>
                          <a:srgbClr val="000000"/>
                        </a:buClr>
                        <a:buSzPts val="5000"/>
                        <a:buFont typeface="Arial"/>
                        <a:buNone/>
                      </a:pPr>
                      <a:r>
                        <a:rPr b="0" i="0" lang="en-IN" sz="5000" u="none" cap="none" strike="noStrike">
                          <a:solidFill>
                            <a:srgbClr val="000000"/>
                          </a:solidFill>
                          <a:latin typeface="Cambria"/>
                          <a:ea typeface="Cambria"/>
                          <a:cs typeface="Cambria"/>
                          <a:sym typeface="Cambria"/>
                        </a:rPr>
                        <a:t>Body</a:t>
                      </a:r>
                      <a:endParaRPr/>
                    </a:p>
                  </a:txBody>
                  <a:tcPr marT="45725" marB="45725" marR="91450" marL="91450" anchor="ctr">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c>
                  <a:txBody>
                    <a:bodyPr/>
                    <a:lstStyle/>
                    <a:p>
                      <a:pPr indent="0" lvl="0" marL="0" marR="0" rtl="0" algn="ctr">
                        <a:lnSpc>
                          <a:spcPct val="110000"/>
                        </a:lnSpc>
                        <a:spcBef>
                          <a:spcPts val="0"/>
                        </a:spcBef>
                        <a:spcAft>
                          <a:spcPts val="0"/>
                        </a:spcAft>
                        <a:buClr>
                          <a:srgbClr val="000000"/>
                        </a:buClr>
                        <a:buSzPts val="5000"/>
                        <a:buFont typeface="Arial"/>
                        <a:buNone/>
                      </a:pPr>
                      <a:r>
                        <a:rPr b="0" i="0" lang="en-IN" sz="5000" u="none" cap="none" strike="noStrike">
                          <a:solidFill>
                            <a:srgbClr val="000000"/>
                          </a:solidFill>
                          <a:latin typeface="Cambria"/>
                          <a:ea typeface="Cambria"/>
                          <a:cs typeface="Cambria"/>
                          <a:sym typeface="Cambria"/>
                        </a:rPr>
                        <a:t>Body</a:t>
                      </a:r>
                      <a:endParaRPr/>
                    </a:p>
                  </a:txBody>
                  <a:tcPr marT="45725" marB="45725" marR="91450" marL="91450" anchor="ctr">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c>
                  <a:txBody>
                    <a:bodyPr/>
                    <a:lstStyle/>
                    <a:p>
                      <a:pPr indent="0" lvl="0" marL="0" marR="0" rtl="0" algn="ctr">
                        <a:lnSpc>
                          <a:spcPct val="110000"/>
                        </a:lnSpc>
                        <a:spcBef>
                          <a:spcPts val="0"/>
                        </a:spcBef>
                        <a:spcAft>
                          <a:spcPts val="0"/>
                        </a:spcAft>
                        <a:buClr>
                          <a:srgbClr val="000000"/>
                        </a:buClr>
                        <a:buSzPts val="5000"/>
                        <a:buFont typeface="Arial"/>
                        <a:buNone/>
                      </a:pPr>
                      <a:r>
                        <a:rPr b="0" i="0" lang="en-IN" sz="5000" u="none" cap="none" strike="noStrike">
                          <a:solidFill>
                            <a:srgbClr val="000000"/>
                          </a:solidFill>
                          <a:latin typeface="Cambria"/>
                          <a:ea typeface="Cambria"/>
                          <a:cs typeface="Cambria"/>
                          <a:sym typeface="Cambria"/>
                        </a:rPr>
                        <a:t>Body</a:t>
                      </a:r>
                      <a:endParaRPr/>
                    </a:p>
                  </a:txBody>
                  <a:tcPr marT="45725" marB="45725" marR="91450" marL="91450" anchor="ctr">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c>
                  <a:txBody>
                    <a:bodyPr/>
                    <a:lstStyle/>
                    <a:p>
                      <a:pPr indent="0" lvl="0" marL="0" marR="0" rtl="0" algn="ctr">
                        <a:lnSpc>
                          <a:spcPct val="110000"/>
                        </a:lnSpc>
                        <a:spcBef>
                          <a:spcPts val="0"/>
                        </a:spcBef>
                        <a:spcAft>
                          <a:spcPts val="0"/>
                        </a:spcAft>
                        <a:buClr>
                          <a:srgbClr val="000000"/>
                        </a:buClr>
                        <a:buSzPts val="5000"/>
                        <a:buFont typeface="Arial"/>
                        <a:buNone/>
                      </a:pPr>
                      <a:r>
                        <a:rPr b="0" i="0" lang="en-IN" sz="5000" u="none" cap="none" strike="noStrike">
                          <a:solidFill>
                            <a:srgbClr val="000000"/>
                          </a:solidFill>
                          <a:latin typeface="Cambria"/>
                          <a:ea typeface="Cambria"/>
                          <a:cs typeface="Cambria"/>
                          <a:sym typeface="Cambria"/>
                        </a:rPr>
                        <a:t>Body</a:t>
                      </a:r>
                      <a:endParaRPr/>
                    </a:p>
                  </a:txBody>
                  <a:tcPr marT="45725" marB="45725" marR="91450" marL="91450" anchor="ctr">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r>
            </a:tbl>
          </a:graphicData>
        </a:graphic>
      </p:graphicFrame>
    </p:spTree>
  </p:cSld>
  <p:clrMapOvr>
    <a:masterClrMapping/>
  </p:clrMapOvr>
  <mc:AlternateContent>
    <mc:Choice Requires="p14">
      <p:transition spd="slow" p14:dur="900">
        <p:fade thruBlk="1"/>
      </p:transition>
    </mc:Choice>
    <mc:Fallback>
      <p:transition spd="slow">
        <p:fade/>
      </p:transition>
    </mc:Fallback>
  </mc:AlternateContent>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dk1"/>
        </a:solidFill>
      </p:bgPr>
    </p:bg>
    <p:spTree>
      <p:nvGrpSpPr>
        <p:cNvPr id="251" name="Shape 251"/>
        <p:cNvGrpSpPr/>
        <p:nvPr/>
      </p:nvGrpSpPr>
      <p:grpSpPr>
        <a:xfrm>
          <a:off x="0" y="0"/>
          <a:ext cx="0" cy="0"/>
          <a:chOff x="0" y="0"/>
          <a:chExt cx="0" cy="0"/>
        </a:xfrm>
      </p:grpSpPr>
      <p:grpSp>
        <p:nvGrpSpPr>
          <p:cNvPr id="252" name="Google Shape;252;p23"/>
          <p:cNvGrpSpPr/>
          <p:nvPr/>
        </p:nvGrpSpPr>
        <p:grpSpPr>
          <a:xfrm>
            <a:off x="-1864528" y="681774"/>
            <a:ext cx="7466218" cy="1569660"/>
            <a:chOff x="-1864528" y="681774"/>
            <a:chExt cx="7466218" cy="1569660"/>
          </a:xfrm>
        </p:grpSpPr>
        <p:sp>
          <p:nvSpPr>
            <p:cNvPr id="253" name="Google Shape;253;p23"/>
            <p:cNvSpPr/>
            <p:nvPr/>
          </p:nvSpPr>
          <p:spPr>
            <a:xfrm>
              <a:off x="-1864528" y="681774"/>
              <a:ext cx="7081988" cy="1569660"/>
            </a:xfrm>
            <a:prstGeom prst="roundRect">
              <a:avLst>
                <a:gd fmla="val 50000" name="adj"/>
              </a:avLst>
            </a:prstGeom>
            <a:solidFill>
              <a:srgbClr val="8E0000"/>
            </a:solidFill>
            <a:ln cap="flat" cmpd="sng" w="104775">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800" u="none" cap="none" strike="noStrike">
                <a:solidFill>
                  <a:schemeClr val="lt1"/>
                </a:solidFill>
                <a:latin typeface="Arial"/>
                <a:ea typeface="Arial"/>
                <a:cs typeface="Arial"/>
                <a:sym typeface="Arial"/>
              </a:endParaRPr>
            </a:p>
          </p:txBody>
        </p:sp>
        <p:sp>
          <p:nvSpPr>
            <p:cNvPr id="254" name="Google Shape;254;p23"/>
            <p:cNvSpPr txBox="1"/>
            <p:nvPr/>
          </p:nvSpPr>
          <p:spPr>
            <a:xfrm>
              <a:off x="1039500" y="827049"/>
              <a:ext cx="4562190" cy="1015622"/>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IN" sz="6000" u="none" cap="none" strike="noStrike">
                  <a:solidFill>
                    <a:schemeClr val="lt1"/>
                  </a:solidFill>
                  <a:latin typeface="Cambria"/>
                  <a:ea typeface="Cambria"/>
                  <a:cs typeface="Cambria"/>
                  <a:sym typeface="Cambria"/>
                </a:rPr>
                <a:t>Question</a:t>
              </a:r>
              <a:endParaRPr b="1" i="0" sz="6000" u="none" cap="none" strike="noStrike">
                <a:solidFill>
                  <a:schemeClr val="lt1"/>
                </a:solidFill>
                <a:latin typeface="Cambria"/>
                <a:ea typeface="Cambria"/>
                <a:cs typeface="Cambria"/>
                <a:sym typeface="Cambria"/>
              </a:endParaRPr>
            </a:p>
          </p:txBody>
        </p:sp>
      </p:grpSp>
      <p:sp>
        <p:nvSpPr>
          <p:cNvPr id="255" name="Google Shape;255;p23"/>
          <p:cNvSpPr txBox="1"/>
          <p:nvPr/>
        </p:nvSpPr>
        <p:spPr>
          <a:xfrm>
            <a:off x="3243130" y="6910640"/>
            <a:ext cx="8627100" cy="861900"/>
          </a:xfrm>
          <a:prstGeom prst="rect">
            <a:avLst/>
          </a:prstGeom>
          <a:noFill/>
          <a:ln>
            <a:noFill/>
          </a:ln>
        </p:spPr>
        <p:txBody>
          <a:bodyPr anchorCtr="0" anchor="t" bIns="45700" lIns="91425" spcFirstLastPara="1" rIns="91425" wrap="square" tIns="45700">
            <a:spAutoFit/>
          </a:bodyPr>
          <a:lstStyle/>
          <a:p>
            <a:pPr indent="-2346325" lvl="0" marL="2346325" marR="0" rtl="0" algn="l">
              <a:lnSpc>
                <a:spcPct val="100000"/>
              </a:lnSpc>
              <a:spcBef>
                <a:spcPts val="0"/>
              </a:spcBef>
              <a:spcAft>
                <a:spcPts val="0"/>
              </a:spcAft>
              <a:buNone/>
            </a:pPr>
            <a:r>
              <a:rPr b="1" i="0" lang="en-IN" sz="5000" u="none" cap="none" strike="noStrike">
                <a:solidFill>
                  <a:srgbClr val="FFFFFF"/>
                </a:solidFill>
                <a:latin typeface="Cambria"/>
                <a:ea typeface="Cambria"/>
                <a:cs typeface="Cambria"/>
                <a:sym typeface="Cambria"/>
              </a:rPr>
              <a:t>Topic heading here</a:t>
            </a:r>
            <a:endParaRPr b="1" i="0" sz="5000" u="none" cap="none" strike="noStrike">
              <a:solidFill>
                <a:srgbClr val="FFFFFF"/>
              </a:solidFill>
              <a:latin typeface="Cambria"/>
              <a:ea typeface="Cambria"/>
              <a:cs typeface="Cambria"/>
              <a:sym typeface="Cambria"/>
            </a:endParaRPr>
          </a:p>
        </p:txBody>
      </p:sp>
      <p:sp>
        <p:nvSpPr>
          <p:cNvPr id="256" name="Google Shape;256;p23"/>
          <p:cNvSpPr txBox="1"/>
          <p:nvPr/>
        </p:nvSpPr>
        <p:spPr>
          <a:xfrm>
            <a:off x="3243130" y="9572580"/>
            <a:ext cx="8627100" cy="861900"/>
          </a:xfrm>
          <a:prstGeom prst="rect">
            <a:avLst/>
          </a:prstGeom>
          <a:noFill/>
          <a:ln>
            <a:noFill/>
          </a:ln>
        </p:spPr>
        <p:txBody>
          <a:bodyPr anchorCtr="0" anchor="t" bIns="45700" lIns="91425" spcFirstLastPara="1" rIns="91425" wrap="square" tIns="45700">
            <a:spAutoFit/>
          </a:bodyPr>
          <a:lstStyle/>
          <a:p>
            <a:pPr indent="-2346325" lvl="0" marL="2346325" marR="0" rtl="0" algn="l">
              <a:lnSpc>
                <a:spcPct val="100000"/>
              </a:lnSpc>
              <a:spcBef>
                <a:spcPts val="0"/>
              </a:spcBef>
              <a:spcAft>
                <a:spcPts val="0"/>
              </a:spcAft>
              <a:buNone/>
            </a:pPr>
            <a:r>
              <a:rPr b="1" i="0" lang="en-IN" sz="5000" u="none" cap="none" strike="noStrike">
                <a:solidFill>
                  <a:srgbClr val="FFFFFF"/>
                </a:solidFill>
                <a:latin typeface="Cambria"/>
                <a:ea typeface="Cambria"/>
                <a:cs typeface="Cambria"/>
                <a:sym typeface="Cambria"/>
              </a:rPr>
              <a:t>Topic heading here</a:t>
            </a:r>
            <a:endParaRPr b="1" i="0" sz="5000" u="none" cap="none" strike="noStrike">
              <a:solidFill>
                <a:srgbClr val="FFFFFF"/>
              </a:solidFill>
              <a:latin typeface="Cambria"/>
              <a:ea typeface="Cambria"/>
              <a:cs typeface="Cambria"/>
              <a:sym typeface="Cambria"/>
            </a:endParaRPr>
          </a:p>
        </p:txBody>
      </p:sp>
      <p:sp>
        <p:nvSpPr>
          <p:cNvPr id="257" name="Google Shape;257;p23"/>
          <p:cNvSpPr txBox="1"/>
          <p:nvPr/>
        </p:nvSpPr>
        <p:spPr>
          <a:xfrm>
            <a:off x="3243130" y="12234520"/>
            <a:ext cx="8627100" cy="861900"/>
          </a:xfrm>
          <a:prstGeom prst="rect">
            <a:avLst/>
          </a:prstGeom>
          <a:noFill/>
          <a:ln>
            <a:noFill/>
          </a:ln>
        </p:spPr>
        <p:txBody>
          <a:bodyPr anchorCtr="0" anchor="t" bIns="45700" lIns="91425" spcFirstLastPara="1" rIns="91425" wrap="square" tIns="45700">
            <a:spAutoFit/>
          </a:bodyPr>
          <a:lstStyle/>
          <a:p>
            <a:pPr indent="-2346325" lvl="0" marL="2346325" marR="0" rtl="0" algn="l">
              <a:lnSpc>
                <a:spcPct val="100000"/>
              </a:lnSpc>
              <a:spcBef>
                <a:spcPts val="0"/>
              </a:spcBef>
              <a:spcAft>
                <a:spcPts val="0"/>
              </a:spcAft>
              <a:buNone/>
            </a:pPr>
            <a:r>
              <a:rPr b="1" i="0" lang="en-IN" sz="5000" u="none" cap="none" strike="noStrike">
                <a:solidFill>
                  <a:srgbClr val="FFFFFF"/>
                </a:solidFill>
                <a:latin typeface="Cambria"/>
                <a:ea typeface="Cambria"/>
                <a:cs typeface="Cambria"/>
                <a:sym typeface="Cambria"/>
              </a:rPr>
              <a:t>Topic heading here</a:t>
            </a:r>
            <a:endParaRPr b="1" i="0" sz="5000" u="none" cap="none" strike="noStrike">
              <a:solidFill>
                <a:srgbClr val="FFFFFF"/>
              </a:solidFill>
              <a:latin typeface="Cambria"/>
              <a:ea typeface="Cambria"/>
              <a:cs typeface="Cambria"/>
              <a:sym typeface="Cambria"/>
            </a:endParaRPr>
          </a:p>
        </p:txBody>
      </p:sp>
      <p:sp>
        <p:nvSpPr>
          <p:cNvPr id="258" name="Google Shape;258;p23"/>
          <p:cNvSpPr txBox="1"/>
          <p:nvPr/>
        </p:nvSpPr>
        <p:spPr>
          <a:xfrm>
            <a:off x="3243130" y="14896460"/>
            <a:ext cx="8627100" cy="861900"/>
          </a:xfrm>
          <a:prstGeom prst="rect">
            <a:avLst/>
          </a:prstGeom>
          <a:noFill/>
          <a:ln>
            <a:noFill/>
          </a:ln>
        </p:spPr>
        <p:txBody>
          <a:bodyPr anchorCtr="0" anchor="t" bIns="45700" lIns="91425" spcFirstLastPara="1" rIns="91425" wrap="square" tIns="45700">
            <a:spAutoFit/>
          </a:bodyPr>
          <a:lstStyle/>
          <a:p>
            <a:pPr indent="-2346325" lvl="0" marL="2346325" marR="0" rtl="0" algn="l">
              <a:lnSpc>
                <a:spcPct val="100000"/>
              </a:lnSpc>
              <a:spcBef>
                <a:spcPts val="0"/>
              </a:spcBef>
              <a:spcAft>
                <a:spcPts val="0"/>
              </a:spcAft>
              <a:buNone/>
            </a:pPr>
            <a:r>
              <a:rPr b="1" i="0" lang="en-IN" sz="5000" u="none" cap="none" strike="noStrike">
                <a:solidFill>
                  <a:srgbClr val="FFFFFF"/>
                </a:solidFill>
                <a:latin typeface="Cambria"/>
                <a:ea typeface="Cambria"/>
                <a:cs typeface="Cambria"/>
                <a:sym typeface="Cambria"/>
              </a:rPr>
              <a:t>Topic heading here</a:t>
            </a:r>
            <a:endParaRPr b="1" i="0" sz="5000" u="none" cap="none" strike="noStrike">
              <a:solidFill>
                <a:srgbClr val="FFFFFF"/>
              </a:solidFill>
              <a:latin typeface="Cambria"/>
              <a:ea typeface="Cambria"/>
              <a:cs typeface="Cambria"/>
              <a:sym typeface="Cambria"/>
            </a:endParaRPr>
          </a:p>
        </p:txBody>
      </p:sp>
      <p:grpSp>
        <p:nvGrpSpPr>
          <p:cNvPr id="259" name="Google Shape;259;p23"/>
          <p:cNvGrpSpPr/>
          <p:nvPr/>
        </p:nvGrpSpPr>
        <p:grpSpPr>
          <a:xfrm>
            <a:off x="1070819" y="6610182"/>
            <a:ext cx="1466700" cy="1462800"/>
            <a:chOff x="9695019" y="16315998"/>
            <a:chExt cx="1466700" cy="1462800"/>
          </a:xfrm>
        </p:grpSpPr>
        <p:sp>
          <p:nvSpPr>
            <p:cNvPr id="260" name="Google Shape;260;p23"/>
            <p:cNvSpPr/>
            <p:nvPr/>
          </p:nvSpPr>
          <p:spPr>
            <a:xfrm>
              <a:off x="9699095" y="16315998"/>
              <a:ext cx="1462500" cy="1462800"/>
            </a:xfrm>
            <a:prstGeom prst="roundRect">
              <a:avLst>
                <a:gd fmla="val 16667" name="adj"/>
              </a:avLst>
            </a:prstGeom>
            <a:solidFill>
              <a:srgbClr val="C00000"/>
            </a:solidFill>
            <a:ln cap="flat" cmpd="sng" w="38100">
              <a:solidFill>
                <a:srgbClr val="FF0000"/>
              </a:solidFill>
              <a:prstDash val="solid"/>
              <a:round/>
              <a:headEnd len="sm" w="sm" type="none"/>
              <a:tailEnd len="sm" w="sm" type="none"/>
            </a:ln>
            <a:effectLst>
              <a:outerShdw blurRad="57785" algn="ctr" dir="3180000" dist="33020">
                <a:srgbClr val="000000">
                  <a:alpha val="30200"/>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6600" u="none" cap="none" strike="noStrike">
                <a:solidFill>
                  <a:srgbClr val="FFFFFF"/>
                </a:solidFill>
                <a:latin typeface="Calibri"/>
                <a:ea typeface="Calibri"/>
                <a:cs typeface="Calibri"/>
                <a:sym typeface="Calibri"/>
              </a:endParaRPr>
            </a:p>
          </p:txBody>
        </p:sp>
        <p:sp>
          <p:nvSpPr>
            <p:cNvPr id="261" name="Google Shape;261;p23"/>
            <p:cNvSpPr txBox="1"/>
            <p:nvPr/>
          </p:nvSpPr>
          <p:spPr>
            <a:xfrm>
              <a:off x="9695019" y="16413229"/>
              <a:ext cx="1466700" cy="1200600"/>
            </a:xfrm>
            <a:prstGeom prst="rect">
              <a:avLst/>
            </a:prstGeom>
            <a:noFill/>
            <a:ln>
              <a:noFill/>
            </a:ln>
          </p:spPr>
          <p:txBody>
            <a:bodyPr anchorCtr="0" anchor="t" bIns="45700" lIns="91425" spcFirstLastPara="1" rIns="91425" wrap="square" tIns="45700">
              <a:spAutoFit/>
            </a:bodyPr>
            <a:lstStyle/>
            <a:p>
              <a:pPr indent="-2346325" lvl="0" marL="2346325" marR="0" rtl="0" algn="ctr">
                <a:lnSpc>
                  <a:spcPct val="100000"/>
                </a:lnSpc>
                <a:spcBef>
                  <a:spcPts val="0"/>
                </a:spcBef>
                <a:spcAft>
                  <a:spcPts val="0"/>
                </a:spcAft>
                <a:buNone/>
              </a:pPr>
              <a:r>
                <a:rPr b="1" i="0" lang="en-IN" sz="7200" u="none" cap="none" strike="noStrike">
                  <a:solidFill>
                    <a:srgbClr val="FFFFFF"/>
                  </a:solidFill>
                  <a:latin typeface="Cambria"/>
                  <a:ea typeface="Cambria"/>
                  <a:cs typeface="Cambria"/>
                  <a:sym typeface="Cambria"/>
                </a:rPr>
                <a:t>A</a:t>
              </a:r>
              <a:endParaRPr/>
            </a:p>
          </p:txBody>
        </p:sp>
      </p:grpSp>
      <p:grpSp>
        <p:nvGrpSpPr>
          <p:cNvPr id="262" name="Google Shape;262;p23"/>
          <p:cNvGrpSpPr/>
          <p:nvPr/>
        </p:nvGrpSpPr>
        <p:grpSpPr>
          <a:xfrm>
            <a:off x="1070819" y="9272122"/>
            <a:ext cx="1466700" cy="1462800"/>
            <a:chOff x="9695019" y="16315998"/>
            <a:chExt cx="1466700" cy="1462800"/>
          </a:xfrm>
        </p:grpSpPr>
        <p:sp>
          <p:nvSpPr>
            <p:cNvPr id="263" name="Google Shape;263;p23"/>
            <p:cNvSpPr/>
            <p:nvPr/>
          </p:nvSpPr>
          <p:spPr>
            <a:xfrm>
              <a:off x="9699095" y="16315998"/>
              <a:ext cx="1462500" cy="1462800"/>
            </a:xfrm>
            <a:prstGeom prst="roundRect">
              <a:avLst>
                <a:gd fmla="val 16667" name="adj"/>
              </a:avLst>
            </a:prstGeom>
            <a:solidFill>
              <a:srgbClr val="C00000"/>
            </a:solidFill>
            <a:ln cap="flat" cmpd="sng" w="38100">
              <a:solidFill>
                <a:srgbClr val="FF0000"/>
              </a:solidFill>
              <a:prstDash val="solid"/>
              <a:round/>
              <a:headEnd len="sm" w="sm" type="none"/>
              <a:tailEnd len="sm" w="sm" type="none"/>
            </a:ln>
            <a:effectLst>
              <a:outerShdw blurRad="57785" algn="ctr" dir="3180000" dist="33020">
                <a:srgbClr val="000000">
                  <a:alpha val="30200"/>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6600" u="none" cap="none" strike="noStrike">
                <a:solidFill>
                  <a:srgbClr val="FFFFFF"/>
                </a:solidFill>
                <a:latin typeface="Calibri"/>
                <a:ea typeface="Calibri"/>
                <a:cs typeface="Calibri"/>
                <a:sym typeface="Calibri"/>
              </a:endParaRPr>
            </a:p>
          </p:txBody>
        </p:sp>
        <p:sp>
          <p:nvSpPr>
            <p:cNvPr id="264" name="Google Shape;264;p23"/>
            <p:cNvSpPr txBox="1"/>
            <p:nvPr/>
          </p:nvSpPr>
          <p:spPr>
            <a:xfrm>
              <a:off x="9695019" y="16413229"/>
              <a:ext cx="1466700" cy="1200600"/>
            </a:xfrm>
            <a:prstGeom prst="rect">
              <a:avLst/>
            </a:prstGeom>
            <a:noFill/>
            <a:ln>
              <a:noFill/>
            </a:ln>
          </p:spPr>
          <p:txBody>
            <a:bodyPr anchorCtr="0" anchor="t" bIns="45700" lIns="91425" spcFirstLastPara="1" rIns="91425" wrap="square" tIns="45700">
              <a:spAutoFit/>
            </a:bodyPr>
            <a:lstStyle/>
            <a:p>
              <a:pPr indent="-2346325" lvl="0" marL="2346325" marR="0" rtl="0" algn="ctr">
                <a:lnSpc>
                  <a:spcPct val="100000"/>
                </a:lnSpc>
                <a:spcBef>
                  <a:spcPts val="0"/>
                </a:spcBef>
                <a:spcAft>
                  <a:spcPts val="0"/>
                </a:spcAft>
                <a:buNone/>
              </a:pPr>
              <a:r>
                <a:rPr b="1" i="0" lang="en-IN" sz="7200" u="none" cap="none" strike="noStrike">
                  <a:solidFill>
                    <a:srgbClr val="FFFFFF"/>
                  </a:solidFill>
                  <a:latin typeface="Cambria"/>
                  <a:ea typeface="Cambria"/>
                  <a:cs typeface="Cambria"/>
                  <a:sym typeface="Cambria"/>
                </a:rPr>
                <a:t>B</a:t>
              </a:r>
              <a:endParaRPr/>
            </a:p>
          </p:txBody>
        </p:sp>
      </p:grpSp>
      <p:grpSp>
        <p:nvGrpSpPr>
          <p:cNvPr id="265" name="Google Shape;265;p23"/>
          <p:cNvGrpSpPr/>
          <p:nvPr/>
        </p:nvGrpSpPr>
        <p:grpSpPr>
          <a:xfrm>
            <a:off x="1070819" y="11934062"/>
            <a:ext cx="1466700" cy="1462800"/>
            <a:chOff x="9695019" y="16315998"/>
            <a:chExt cx="1466700" cy="1462800"/>
          </a:xfrm>
        </p:grpSpPr>
        <p:sp>
          <p:nvSpPr>
            <p:cNvPr id="266" name="Google Shape;266;p23"/>
            <p:cNvSpPr/>
            <p:nvPr/>
          </p:nvSpPr>
          <p:spPr>
            <a:xfrm>
              <a:off x="9699095" y="16315998"/>
              <a:ext cx="1462500" cy="1462800"/>
            </a:xfrm>
            <a:prstGeom prst="roundRect">
              <a:avLst>
                <a:gd fmla="val 16667" name="adj"/>
              </a:avLst>
            </a:prstGeom>
            <a:solidFill>
              <a:srgbClr val="C00000"/>
            </a:solidFill>
            <a:ln cap="flat" cmpd="sng" w="38100">
              <a:solidFill>
                <a:srgbClr val="FF0000"/>
              </a:solidFill>
              <a:prstDash val="solid"/>
              <a:round/>
              <a:headEnd len="sm" w="sm" type="none"/>
              <a:tailEnd len="sm" w="sm" type="none"/>
            </a:ln>
            <a:effectLst>
              <a:outerShdw blurRad="57785" algn="ctr" dir="3180000" dist="33020">
                <a:srgbClr val="000000">
                  <a:alpha val="30200"/>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6600" u="none" cap="none" strike="noStrike">
                <a:solidFill>
                  <a:srgbClr val="FFFFFF"/>
                </a:solidFill>
                <a:latin typeface="Calibri"/>
                <a:ea typeface="Calibri"/>
                <a:cs typeface="Calibri"/>
                <a:sym typeface="Calibri"/>
              </a:endParaRPr>
            </a:p>
          </p:txBody>
        </p:sp>
        <p:sp>
          <p:nvSpPr>
            <p:cNvPr id="267" name="Google Shape;267;p23"/>
            <p:cNvSpPr txBox="1"/>
            <p:nvPr/>
          </p:nvSpPr>
          <p:spPr>
            <a:xfrm>
              <a:off x="9695019" y="16413229"/>
              <a:ext cx="1466700" cy="1200600"/>
            </a:xfrm>
            <a:prstGeom prst="rect">
              <a:avLst/>
            </a:prstGeom>
            <a:noFill/>
            <a:ln>
              <a:noFill/>
            </a:ln>
          </p:spPr>
          <p:txBody>
            <a:bodyPr anchorCtr="0" anchor="t" bIns="45700" lIns="91425" spcFirstLastPara="1" rIns="91425" wrap="square" tIns="45700">
              <a:spAutoFit/>
            </a:bodyPr>
            <a:lstStyle/>
            <a:p>
              <a:pPr indent="-2346325" lvl="0" marL="2346325" marR="0" rtl="0" algn="ctr">
                <a:lnSpc>
                  <a:spcPct val="100000"/>
                </a:lnSpc>
                <a:spcBef>
                  <a:spcPts val="0"/>
                </a:spcBef>
                <a:spcAft>
                  <a:spcPts val="0"/>
                </a:spcAft>
                <a:buNone/>
              </a:pPr>
              <a:r>
                <a:rPr b="1" i="0" lang="en-IN" sz="7200" u="none" cap="none" strike="noStrike">
                  <a:solidFill>
                    <a:srgbClr val="FFFFFF"/>
                  </a:solidFill>
                  <a:latin typeface="Cambria"/>
                  <a:ea typeface="Cambria"/>
                  <a:cs typeface="Cambria"/>
                  <a:sym typeface="Cambria"/>
                </a:rPr>
                <a:t>C</a:t>
              </a:r>
              <a:endParaRPr/>
            </a:p>
          </p:txBody>
        </p:sp>
      </p:grpSp>
      <p:grpSp>
        <p:nvGrpSpPr>
          <p:cNvPr id="268" name="Google Shape;268;p23"/>
          <p:cNvGrpSpPr/>
          <p:nvPr/>
        </p:nvGrpSpPr>
        <p:grpSpPr>
          <a:xfrm>
            <a:off x="1070819" y="14596002"/>
            <a:ext cx="1466700" cy="1462800"/>
            <a:chOff x="9695019" y="16315998"/>
            <a:chExt cx="1466700" cy="1462800"/>
          </a:xfrm>
        </p:grpSpPr>
        <p:sp>
          <p:nvSpPr>
            <p:cNvPr id="269" name="Google Shape;269;p23"/>
            <p:cNvSpPr/>
            <p:nvPr/>
          </p:nvSpPr>
          <p:spPr>
            <a:xfrm>
              <a:off x="9699095" y="16315998"/>
              <a:ext cx="1462500" cy="1462800"/>
            </a:xfrm>
            <a:prstGeom prst="roundRect">
              <a:avLst>
                <a:gd fmla="val 16667" name="adj"/>
              </a:avLst>
            </a:prstGeom>
            <a:solidFill>
              <a:srgbClr val="C00000"/>
            </a:solidFill>
            <a:ln cap="flat" cmpd="sng" w="38100">
              <a:solidFill>
                <a:srgbClr val="FF0000"/>
              </a:solidFill>
              <a:prstDash val="solid"/>
              <a:round/>
              <a:headEnd len="sm" w="sm" type="none"/>
              <a:tailEnd len="sm" w="sm" type="none"/>
            </a:ln>
            <a:effectLst>
              <a:outerShdw blurRad="57785" algn="ctr" dir="3180000" dist="33020">
                <a:srgbClr val="000000">
                  <a:alpha val="30200"/>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6600" u="none" cap="none" strike="noStrike">
                <a:solidFill>
                  <a:srgbClr val="FFFFFF"/>
                </a:solidFill>
                <a:latin typeface="Calibri"/>
                <a:ea typeface="Calibri"/>
                <a:cs typeface="Calibri"/>
                <a:sym typeface="Calibri"/>
              </a:endParaRPr>
            </a:p>
          </p:txBody>
        </p:sp>
        <p:sp>
          <p:nvSpPr>
            <p:cNvPr id="270" name="Google Shape;270;p23"/>
            <p:cNvSpPr txBox="1"/>
            <p:nvPr/>
          </p:nvSpPr>
          <p:spPr>
            <a:xfrm>
              <a:off x="9695019" y="16413229"/>
              <a:ext cx="1466700" cy="1200600"/>
            </a:xfrm>
            <a:prstGeom prst="rect">
              <a:avLst/>
            </a:prstGeom>
            <a:noFill/>
            <a:ln>
              <a:noFill/>
            </a:ln>
          </p:spPr>
          <p:txBody>
            <a:bodyPr anchorCtr="0" anchor="t" bIns="45700" lIns="91425" spcFirstLastPara="1" rIns="91425" wrap="square" tIns="45700">
              <a:spAutoFit/>
            </a:bodyPr>
            <a:lstStyle/>
            <a:p>
              <a:pPr indent="-2346325" lvl="0" marL="2346325" marR="0" rtl="0" algn="ctr">
                <a:lnSpc>
                  <a:spcPct val="100000"/>
                </a:lnSpc>
                <a:spcBef>
                  <a:spcPts val="0"/>
                </a:spcBef>
                <a:spcAft>
                  <a:spcPts val="0"/>
                </a:spcAft>
                <a:buNone/>
              </a:pPr>
              <a:r>
                <a:rPr b="1" i="0" lang="en-IN" sz="7200" u="none" cap="none" strike="noStrike">
                  <a:solidFill>
                    <a:srgbClr val="FFFFFF"/>
                  </a:solidFill>
                  <a:latin typeface="Cambria"/>
                  <a:ea typeface="Cambria"/>
                  <a:cs typeface="Cambria"/>
                  <a:sym typeface="Cambria"/>
                </a:rPr>
                <a:t>D</a:t>
              </a:r>
              <a:endParaRPr/>
            </a:p>
          </p:txBody>
        </p:sp>
      </p:grpSp>
      <p:sp>
        <p:nvSpPr>
          <p:cNvPr id="271" name="Google Shape;271;p23"/>
          <p:cNvSpPr txBox="1"/>
          <p:nvPr/>
        </p:nvSpPr>
        <p:spPr>
          <a:xfrm>
            <a:off x="1240331" y="2831553"/>
            <a:ext cx="8627100" cy="861900"/>
          </a:xfrm>
          <a:prstGeom prst="rect">
            <a:avLst/>
          </a:prstGeom>
          <a:noFill/>
          <a:ln>
            <a:noFill/>
          </a:ln>
        </p:spPr>
        <p:txBody>
          <a:bodyPr anchorCtr="0" anchor="t" bIns="45700" lIns="91425" spcFirstLastPara="1" rIns="91425" wrap="square" tIns="45700">
            <a:spAutoFit/>
          </a:bodyPr>
          <a:lstStyle/>
          <a:p>
            <a:pPr indent="0" lvl="0" marL="0" marR="0" rtl="0" algn="l">
              <a:lnSpc>
                <a:spcPct val="150000"/>
              </a:lnSpc>
              <a:spcBef>
                <a:spcPts val="0"/>
              </a:spcBef>
              <a:spcAft>
                <a:spcPts val="0"/>
              </a:spcAft>
              <a:buNone/>
            </a:pPr>
            <a:r>
              <a:rPr b="1" i="0" lang="en-IN" sz="5000" u="none" cap="none" strike="noStrike">
                <a:solidFill>
                  <a:srgbClr val="FFFFFF"/>
                </a:solidFill>
                <a:latin typeface="Cambria"/>
                <a:ea typeface="Cambria"/>
                <a:cs typeface="Cambria"/>
                <a:sym typeface="Cambria"/>
              </a:rPr>
              <a:t>Type your question here</a:t>
            </a:r>
            <a:endParaRPr b="1" i="0" sz="5000" u="none" cap="none" strike="noStrike">
              <a:solidFill>
                <a:srgbClr val="FFFFFF"/>
              </a:solidFill>
              <a:latin typeface="Cambria"/>
              <a:ea typeface="Cambria"/>
              <a:cs typeface="Cambria"/>
              <a:sym typeface="Cambria"/>
            </a:endParaRPr>
          </a:p>
        </p:txBody>
      </p:sp>
    </p:spTree>
  </p:cSld>
  <p:clrMapOvr>
    <a:masterClrMapping/>
  </p:clrMapOvr>
  <mc:AlternateContent>
    <mc:Choice Requires="p14">
      <p:transition spd="slow" p14:dur="900">
        <p:fade thruBlk="1"/>
      </p:transition>
    </mc:Choice>
    <mc:Fallback>
      <p:transition spd="slow">
        <p:fade/>
      </p:transition>
    </mc:Fallback>
  </mc:AlternateContent>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dk1"/>
        </a:solidFill>
      </p:bgPr>
    </p:bg>
    <p:spTree>
      <p:nvGrpSpPr>
        <p:cNvPr id="276" name="Shape 276"/>
        <p:cNvGrpSpPr/>
        <p:nvPr/>
      </p:nvGrpSpPr>
      <p:grpSpPr>
        <a:xfrm>
          <a:off x="0" y="0"/>
          <a:ext cx="0" cy="0"/>
          <a:chOff x="0" y="0"/>
          <a:chExt cx="0" cy="0"/>
        </a:xfrm>
      </p:grpSpPr>
      <p:grpSp>
        <p:nvGrpSpPr>
          <p:cNvPr id="277" name="Google Shape;277;p24"/>
          <p:cNvGrpSpPr/>
          <p:nvPr/>
        </p:nvGrpSpPr>
        <p:grpSpPr>
          <a:xfrm>
            <a:off x="8382306" y="7991788"/>
            <a:ext cx="22962926" cy="7074846"/>
            <a:chOff x="8382306" y="7991788"/>
            <a:chExt cx="22962926" cy="7074846"/>
          </a:xfrm>
        </p:grpSpPr>
        <p:grpSp>
          <p:nvGrpSpPr>
            <p:cNvPr id="278" name="Google Shape;278;p24"/>
            <p:cNvGrpSpPr/>
            <p:nvPr/>
          </p:nvGrpSpPr>
          <p:grpSpPr>
            <a:xfrm>
              <a:off x="8382306" y="7991788"/>
              <a:ext cx="19811388" cy="4590424"/>
              <a:chOff x="9695019" y="16315998"/>
              <a:chExt cx="1466724" cy="1462650"/>
            </a:xfrm>
          </p:grpSpPr>
          <p:sp>
            <p:nvSpPr>
              <p:cNvPr id="279" name="Google Shape;279;p24"/>
              <p:cNvSpPr/>
              <p:nvPr/>
            </p:nvSpPr>
            <p:spPr>
              <a:xfrm>
                <a:off x="9699095" y="16315998"/>
                <a:ext cx="1462648" cy="1462650"/>
              </a:xfrm>
              <a:prstGeom prst="roundRect">
                <a:avLst>
                  <a:gd fmla="val 16667" name="adj"/>
                </a:avLst>
              </a:prstGeom>
              <a:solidFill>
                <a:srgbClr val="C00000"/>
              </a:solidFill>
              <a:ln cap="flat" cmpd="sng" w="38100">
                <a:solidFill>
                  <a:srgbClr val="FF0000"/>
                </a:solidFill>
                <a:prstDash val="solid"/>
                <a:round/>
                <a:headEnd len="sm" w="sm" type="none"/>
                <a:tailEnd len="sm" w="sm" type="none"/>
              </a:ln>
              <a:effectLst>
                <a:outerShdw blurRad="57785" algn="ctr" dir="3180000" dist="33020">
                  <a:srgbClr val="000000">
                    <a:alpha val="30196"/>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6600" u="none" cap="none" strike="noStrike">
                  <a:solidFill>
                    <a:schemeClr val="lt1"/>
                  </a:solidFill>
                  <a:latin typeface="Calibri"/>
                  <a:ea typeface="Calibri"/>
                  <a:cs typeface="Calibri"/>
                  <a:sym typeface="Calibri"/>
                </a:endParaRPr>
              </a:p>
            </p:txBody>
          </p:sp>
          <p:sp>
            <p:nvSpPr>
              <p:cNvPr id="280" name="Google Shape;280;p24"/>
              <p:cNvSpPr txBox="1"/>
              <p:nvPr/>
            </p:nvSpPr>
            <p:spPr>
              <a:xfrm>
                <a:off x="9695019" y="16413229"/>
                <a:ext cx="1466724" cy="1201322"/>
              </a:xfrm>
              <a:prstGeom prst="rect">
                <a:avLst/>
              </a:prstGeom>
              <a:noFill/>
              <a:ln>
                <a:noFill/>
              </a:ln>
            </p:spPr>
            <p:txBody>
              <a:bodyPr anchorCtr="0" anchor="t" bIns="45700" lIns="91425" spcFirstLastPara="1" rIns="91425" wrap="square" tIns="45700">
                <a:spAutoFit/>
              </a:bodyPr>
              <a:lstStyle/>
              <a:p>
                <a:pPr indent="-2346325" lvl="0" marL="2346325" marR="0" rtl="0" algn="ctr">
                  <a:lnSpc>
                    <a:spcPct val="100000"/>
                  </a:lnSpc>
                  <a:spcBef>
                    <a:spcPts val="0"/>
                  </a:spcBef>
                  <a:spcAft>
                    <a:spcPts val="0"/>
                  </a:spcAft>
                  <a:buNone/>
                </a:pPr>
                <a:r>
                  <a:rPr b="1" i="0" lang="en-IN" sz="23900" u="none" cap="none" strike="noStrike">
                    <a:solidFill>
                      <a:schemeClr val="lt1"/>
                    </a:solidFill>
                    <a:latin typeface="Cambria"/>
                    <a:ea typeface="Cambria"/>
                    <a:cs typeface="Cambria"/>
                    <a:sym typeface="Cambria"/>
                  </a:rPr>
                  <a:t>THANK YOU</a:t>
                </a:r>
                <a:endParaRPr/>
              </a:p>
            </p:txBody>
          </p:sp>
        </p:grpSp>
        <p:pic>
          <p:nvPicPr>
            <p:cNvPr id="281" name="Google Shape;281;p24"/>
            <p:cNvPicPr preferRelativeResize="0"/>
            <p:nvPr/>
          </p:nvPicPr>
          <p:blipFill rotWithShape="1">
            <a:blip r:embed="rId3">
              <a:alphaModFix/>
            </a:blip>
            <a:srcRect b="0" l="0" r="0" t="0"/>
            <a:stretch/>
          </p:blipFill>
          <p:spPr>
            <a:xfrm flipH="1">
              <a:off x="24932046" y="8634025"/>
              <a:ext cx="6413186" cy="6432609"/>
            </a:xfrm>
            <a:prstGeom prst="rect">
              <a:avLst/>
            </a:prstGeom>
            <a:noFill/>
            <a:ln>
              <a:noFill/>
            </a:ln>
          </p:spPr>
        </p:pic>
      </p:grpSp>
    </p:spTree>
  </p:cSld>
  <p:clrMapOvr>
    <a:masterClrMapping/>
  </p:clrMapOvr>
  <mc:AlternateContent>
    <mc:Choice Requires="p14">
      <p:transition spd="slow" p14:dur="900">
        <p:fade thruBlk="1"/>
      </p:transition>
    </mc:Choice>
    <mc:Fallback>
      <p:transition spd="slow">
        <p:fade/>
      </p:transition>
    </mc:Fallback>
  </mc:AlternateContent>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dk1"/>
        </a:solidFill>
      </p:bgPr>
    </p:bg>
    <p:spTree>
      <p:nvGrpSpPr>
        <p:cNvPr id="285" name="Shape 285"/>
        <p:cNvGrpSpPr/>
        <p:nvPr/>
      </p:nvGrpSpPr>
      <p:grpSpPr>
        <a:xfrm>
          <a:off x="0" y="0"/>
          <a:ext cx="0" cy="0"/>
          <a:chOff x="0" y="0"/>
          <a:chExt cx="0" cy="0"/>
        </a:xfrm>
      </p:grpSpPr>
      <p:grpSp>
        <p:nvGrpSpPr>
          <p:cNvPr id="286" name="Google Shape;286;p25"/>
          <p:cNvGrpSpPr/>
          <p:nvPr/>
        </p:nvGrpSpPr>
        <p:grpSpPr>
          <a:xfrm>
            <a:off x="185330" y="-803658"/>
            <a:ext cx="15565947" cy="6019512"/>
            <a:chOff x="185330" y="-803658"/>
            <a:chExt cx="15565947" cy="6019512"/>
          </a:xfrm>
        </p:grpSpPr>
        <p:sp>
          <p:nvSpPr>
            <p:cNvPr id="287" name="Google Shape;287;p25"/>
            <p:cNvSpPr/>
            <p:nvPr/>
          </p:nvSpPr>
          <p:spPr>
            <a:xfrm>
              <a:off x="1780335" y="843803"/>
              <a:ext cx="13675975" cy="2748660"/>
            </a:xfrm>
            <a:prstGeom prst="roundRect">
              <a:avLst>
                <a:gd fmla="val 50000" name="adj"/>
              </a:avLst>
            </a:prstGeom>
            <a:solidFill>
              <a:srgbClr val="8E0000"/>
            </a:solidFill>
            <a:ln cap="flat" cmpd="sng" w="104775">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800" u="none" cap="none" strike="noStrike">
                <a:solidFill>
                  <a:schemeClr val="lt1"/>
                </a:solidFill>
                <a:latin typeface="Arial"/>
                <a:ea typeface="Arial"/>
                <a:cs typeface="Arial"/>
                <a:sym typeface="Arial"/>
              </a:endParaRPr>
            </a:p>
          </p:txBody>
        </p:sp>
        <p:sp>
          <p:nvSpPr>
            <p:cNvPr id="288" name="Google Shape;288;p25"/>
            <p:cNvSpPr txBox="1"/>
            <p:nvPr/>
          </p:nvSpPr>
          <p:spPr>
            <a:xfrm>
              <a:off x="5345559" y="1525636"/>
              <a:ext cx="10405718" cy="1323399"/>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IN" sz="8000" u="none" cap="none" strike="noStrike">
                  <a:solidFill>
                    <a:schemeClr val="lt1"/>
                  </a:solidFill>
                  <a:latin typeface="Cambria"/>
                  <a:ea typeface="Cambria"/>
                  <a:cs typeface="Cambria"/>
                  <a:sym typeface="Cambria"/>
                </a:rPr>
                <a:t>Type Heading here</a:t>
              </a:r>
              <a:endParaRPr b="1" i="0" sz="8000" u="none" cap="none" strike="noStrike">
                <a:solidFill>
                  <a:schemeClr val="lt1"/>
                </a:solidFill>
                <a:latin typeface="Cambria"/>
                <a:ea typeface="Cambria"/>
                <a:cs typeface="Cambria"/>
                <a:sym typeface="Cambria"/>
              </a:endParaRPr>
            </a:p>
          </p:txBody>
        </p:sp>
        <p:pic>
          <p:nvPicPr>
            <p:cNvPr id="289" name="Google Shape;289;p25"/>
            <p:cNvPicPr preferRelativeResize="0"/>
            <p:nvPr/>
          </p:nvPicPr>
          <p:blipFill rotWithShape="1">
            <a:blip r:embed="rId3">
              <a:alphaModFix/>
            </a:blip>
            <a:srcRect b="0" l="0" r="0" t="0"/>
            <a:stretch/>
          </p:blipFill>
          <p:spPr>
            <a:xfrm rot="-611711">
              <a:off x="621103" y="-453505"/>
              <a:ext cx="4430993" cy="5319205"/>
            </a:xfrm>
            <a:prstGeom prst="rect">
              <a:avLst/>
            </a:prstGeom>
            <a:noFill/>
            <a:ln>
              <a:noFill/>
            </a:ln>
            <a:effectLst>
              <a:outerShdw blurRad="190500" rotWithShape="0" algn="tl" dir="2700000" dist="152400">
                <a:srgbClr val="000000">
                  <a:alpha val="50196"/>
                </a:srgbClr>
              </a:outerShdw>
            </a:effectLst>
          </p:spPr>
        </p:pic>
      </p:grpSp>
      <p:grpSp>
        <p:nvGrpSpPr>
          <p:cNvPr id="290" name="Google Shape;290;p25"/>
          <p:cNvGrpSpPr/>
          <p:nvPr/>
        </p:nvGrpSpPr>
        <p:grpSpPr>
          <a:xfrm>
            <a:off x="1137267" y="3468709"/>
            <a:ext cx="35323444" cy="16042723"/>
            <a:chOff x="1137267" y="3468709"/>
            <a:chExt cx="35323444" cy="16042723"/>
          </a:xfrm>
        </p:grpSpPr>
        <p:grpSp>
          <p:nvGrpSpPr>
            <p:cNvPr id="291" name="Google Shape;291;p25"/>
            <p:cNvGrpSpPr/>
            <p:nvPr/>
          </p:nvGrpSpPr>
          <p:grpSpPr>
            <a:xfrm>
              <a:off x="11505432" y="4870517"/>
              <a:ext cx="12435528" cy="3697230"/>
              <a:chOff x="11505432" y="6643856"/>
              <a:chExt cx="12435528" cy="3697230"/>
            </a:xfrm>
          </p:grpSpPr>
          <p:sp>
            <p:nvSpPr>
              <p:cNvPr id="292" name="Google Shape;292;p25"/>
              <p:cNvSpPr txBox="1"/>
              <p:nvPr/>
            </p:nvSpPr>
            <p:spPr>
              <a:xfrm>
                <a:off x="11505432" y="6643856"/>
                <a:ext cx="12435528" cy="1015622"/>
              </a:xfrm>
              <a:prstGeom prst="rect">
                <a:avLst/>
              </a:prstGeom>
              <a:noFill/>
              <a:ln>
                <a:noFill/>
              </a:ln>
            </p:spPr>
            <p:txBody>
              <a:bodyPr anchorCtr="0" anchor="t" bIns="45700" lIns="91400" spcFirstLastPara="1" rIns="91400" wrap="square" tIns="45700">
                <a:spAutoFit/>
              </a:bodyPr>
              <a:lstStyle/>
              <a:p>
                <a:pPr indent="0" lvl="0" marL="0" marR="0" rtl="0" algn="l">
                  <a:lnSpc>
                    <a:spcPct val="100000"/>
                  </a:lnSpc>
                  <a:spcBef>
                    <a:spcPts val="0"/>
                  </a:spcBef>
                  <a:spcAft>
                    <a:spcPts val="0"/>
                  </a:spcAft>
                  <a:buClr>
                    <a:srgbClr val="000000"/>
                  </a:buClr>
                  <a:buSzPts val="6000"/>
                  <a:buFont typeface="Arial"/>
                  <a:buNone/>
                </a:pPr>
                <a:r>
                  <a:rPr b="0" i="0" lang="en-IN" sz="6000" u="none" cap="none" strike="noStrike">
                    <a:solidFill>
                      <a:srgbClr val="FFFFFF"/>
                    </a:solidFill>
                    <a:latin typeface="Cambria"/>
                    <a:ea typeface="Cambria"/>
                    <a:cs typeface="Cambria"/>
                    <a:sym typeface="Cambria"/>
                  </a:rPr>
                  <a:t>Font Type : Cambria Bold</a:t>
                </a:r>
                <a:endParaRPr b="0" i="0" sz="6000" u="none" cap="none" strike="noStrike">
                  <a:solidFill>
                    <a:srgbClr val="FFFFFF"/>
                  </a:solidFill>
                  <a:latin typeface="Cambria"/>
                  <a:ea typeface="Cambria"/>
                  <a:cs typeface="Cambria"/>
                  <a:sym typeface="Cambria"/>
                </a:endParaRPr>
              </a:p>
            </p:txBody>
          </p:sp>
          <p:sp>
            <p:nvSpPr>
              <p:cNvPr id="293" name="Google Shape;293;p25"/>
              <p:cNvSpPr txBox="1"/>
              <p:nvPr/>
            </p:nvSpPr>
            <p:spPr>
              <a:xfrm>
                <a:off x="11505432" y="8009943"/>
                <a:ext cx="7645040" cy="1015622"/>
              </a:xfrm>
              <a:prstGeom prst="rect">
                <a:avLst/>
              </a:prstGeom>
              <a:noFill/>
              <a:ln>
                <a:noFill/>
              </a:ln>
            </p:spPr>
            <p:txBody>
              <a:bodyPr anchorCtr="0" anchor="t" bIns="45700" lIns="91400" spcFirstLastPara="1" rIns="91400" wrap="square" tIns="45700">
                <a:spAutoFit/>
              </a:bodyPr>
              <a:lstStyle/>
              <a:p>
                <a:pPr indent="0" lvl="0" marL="0" marR="0" rtl="0" algn="l">
                  <a:lnSpc>
                    <a:spcPct val="100000"/>
                  </a:lnSpc>
                  <a:spcBef>
                    <a:spcPts val="0"/>
                  </a:spcBef>
                  <a:spcAft>
                    <a:spcPts val="0"/>
                  </a:spcAft>
                  <a:buClr>
                    <a:srgbClr val="000000"/>
                  </a:buClr>
                  <a:buSzPts val="6000"/>
                  <a:buFont typeface="Arial"/>
                  <a:buNone/>
                </a:pPr>
                <a:r>
                  <a:rPr b="0" i="0" lang="en-IN" sz="6000" u="none" cap="none" strike="noStrike">
                    <a:solidFill>
                      <a:srgbClr val="FFFFFF"/>
                    </a:solidFill>
                    <a:latin typeface="Cambria"/>
                    <a:ea typeface="Cambria"/>
                    <a:cs typeface="Cambria"/>
                    <a:sym typeface="Cambria"/>
                  </a:rPr>
                  <a:t>Font Color : #FFFFFF</a:t>
                </a:r>
                <a:endParaRPr b="0" i="0" sz="6000" u="none" cap="none" strike="noStrike">
                  <a:solidFill>
                    <a:srgbClr val="FFFFFF"/>
                  </a:solidFill>
                  <a:latin typeface="Cambria"/>
                  <a:ea typeface="Cambria"/>
                  <a:cs typeface="Cambria"/>
                  <a:sym typeface="Cambria"/>
                </a:endParaRPr>
              </a:p>
            </p:txBody>
          </p:sp>
          <p:sp>
            <p:nvSpPr>
              <p:cNvPr id="294" name="Google Shape;294;p25"/>
              <p:cNvSpPr txBox="1"/>
              <p:nvPr/>
            </p:nvSpPr>
            <p:spPr>
              <a:xfrm>
                <a:off x="11505438" y="9325464"/>
                <a:ext cx="6325362" cy="1015622"/>
              </a:xfrm>
              <a:prstGeom prst="rect">
                <a:avLst/>
              </a:prstGeom>
              <a:noFill/>
              <a:ln>
                <a:noFill/>
              </a:ln>
            </p:spPr>
            <p:txBody>
              <a:bodyPr anchorCtr="0" anchor="t" bIns="45700" lIns="91400" spcFirstLastPara="1" rIns="91400" wrap="square" tIns="45700">
                <a:spAutoFit/>
              </a:bodyPr>
              <a:lstStyle/>
              <a:p>
                <a:pPr indent="0" lvl="0" marL="0" marR="0" rtl="0" algn="l">
                  <a:lnSpc>
                    <a:spcPct val="100000"/>
                  </a:lnSpc>
                  <a:spcBef>
                    <a:spcPts val="0"/>
                  </a:spcBef>
                  <a:spcAft>
                    <a:spcPts val="0"/>
                  </a:spcAft>
                  <a:buClr>
                    <a:srgbClr val="000000"/>
                  </a:buClr>
                  <a:buSzPts val="6000"/>
                  <a:buFont typeface="Arial"/>
                  <a:buNone/>
                </a:pPr>
                <a:r>
                  <a:rPr b="0" i="0" lang="en-IN" sz="6000" u="none" cap="none" strike="noStrike">
                    <a:solidFill>
                      <a:srgbClr val="FFFFFF"/>
                    </a:solidFill>
                    <a:latin typeface="Cambria"/>
                    <a:ea typeface="Cambria"/>
                    <a:cs typeface="Cambria"/>
                    <a:sym typeface="Cambria"/>
                  </a:rPr>
                  <a:t>Font Size : 80pt</a:t>
                </a:r>
                <a:endParaRPr b="0" i="0" sz="6000" u="none" cap="none" strike="noStrike">
                  <a:solidFill>
                    <a:srgbClr val="FFFFFF"/>
                  </a:solidFill>
                  <a:latin typeface="Cambria"/>
                  <a:ea typeface="Cambria"/>
                  <a:cs typeface="Cambria"/>
                  <a:sym typeface="Cambria"/>
                </a:endParaRPr>
              </a:p>
            </p:txBody>
          </p:sp>
        </p:grpSp>
        <p:sp>
          <p:nvSpPr>
            <p:cNvPr id="295" name="Google Shape;295;p25"/>
            <p:cNvSpPr/>
            <p:nvPr/>
          </p:nvSpPr>
          <p:spPr>
            <a:xfrm>
              <a:off x="12236848" y="3468709"/>
              <a:ext cx="685800" cy="1108278"/>
            </a:xfrm>
            <a:prstGeom prst="upArrow">
              <a:avLst>
                <a:gd fmla="val 50000" name="adj1"/>
                <a:gd fmla="val 77451" name="adj2"/>
              </a:avLst>
            </a:prstGeom>
            <a:solidFill>
              <a:schemeClr val="lt1"/>
            </a:solidFill>
            <a:ln>
              <a:noFill/>
            </a:ln>
          </p:spPr>
          <p:txBody>
            <a:bodyPr anchorCtr="0" anchor="ctr" bIns="45700" lIns="91400" spcFirstLastPara="1" rIns="91400"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Calibri"/>
                <a:ea typeface="Calibri"/>
                <a:cs typeface="Calibri"/>
                <a:sym typeface="Calibri"/>
              </a:endParaRPr>
            </a:p>
          </p:txBody>
        </p:sp>
        <p:sp>
          <p:nvSpPr>
            <p:cNvPr id="296" name="Google Shape;296;p25"/>
            <p:cNvSpPr txBox="1"/>
            <p:nvPr/>
          </p:nvSpPr>
          <p:spPr>
            <a:xfrm>
              <a:off x="23653361" y="6058628"/>
              <a:ext cx="12088921" cy="2400617"/>
            </a:xfrm>
            <a:prstGeom prst="rect">
              <a:avLst/>
            </a:prstGeom>
            <a:noFill/>
            <a:ln>
              <a:noFill/>
            </a:ln>
          </p:spPr>
          <p:txBody>
            <a:bodyPr anchorCtr="0" anchor="t" bIns="45700" lIns="91400" spcFirstLastPara="1" rIns="91400" wrap="square" tIns="45700">
              <a:spAutoFit/>
            </a:bodyPr>
            <a:lstStyle/>
            <a:p>
              <a:pPr indent="0" lvl="0" marL="0" marR="0" rtl="0" algn="l">
                <a:lnSpc>
                  <a:spcPct val="100000"/>
                </a:lnSpc>
                <a:spcBef>
                  <a:spcPts val="0"/>
                </a:spcBef>
                <a:spcAft>
                  <a:spcPts val="0"/>
                </a:spcAft>
                <a:buNone/>
              </a:pPr>
              <a:r>
                <a:rPr b="0" i="0" lang="en-IN" sz="5000" u="none" cap="none" strike="noStrike">
                  <a:solidFill>
                    <a:srgbClr val="FFFF00"/>
                  </a:solidFill>
                  <a:latin typeface="Cambria"/>
                  <a:ea typeface="Cambria"/>
                  <a:cs typeface="Cambria"/>
                  <a:sym typeface="Cambria"/>
                </a:rPr>
                <a:t>Those who don’t know, Press ( Alt ) + ( = ) button to type in Cambria Math for equations like - </a:t>
              </a:r>
              <a:endParaRPr b="0" i="0" sz="5000" u="none" cap="none" strike="noStrike">
                <a:solidFill>
                  <a:srgbClr val="FFFF00"/>
                </a:solidFill>
                <a:latin typeface="Cambria"/>
                <a:ea typeface="Cambria"/>
                <a:cs typeface="Cambria"/>
                <a:sym typeface="Cambria"/>
              </a:endParaRPr>
            </a:p>
          </p:txBody>
        </p:sp>
        <p:sp>
          <p:nvSpPr>
            <p:cNvPr id="297" name="Google Shape;297;p25"/>
            <p:cNvSpPr/>
            <p:nvPr/>
          </p:nvSpPr>
          <p:spPr>
            <a:xfrm>
              <a:off x="1277472" y="15692720"/>
              <a:ext cx="34021056" cy="3818712"/>
            </a:xfrm>
            <a:prstGeom prst="roundRect">
              <a:avLst>
                <a:gd fmla="val 8216" name="adj"/>
              </a:avLst>
            </a:prstGeom>
            <a:solidFill>
              <a:schemeClr val="dk1">
                <a:alpha val="49804"/>
              </a:schemeClr>
            </a:solidFill>
            <a:ln cap="flat" cmpd="sng" w="38100">
              <a:solidFill>
                <a:srgbClr val="BFBFBF"/>
              </a:solidFill>
              <a:prstDash val="solid"/>
              <a:miter lim="0"/>
              <a:headEnd len="sm" w="sm" type="none"/>
              <a:tailEnd len="sm" w="sm" type="none"/>
            </a:ln>
            <a:effectLst>
              <a:outerShdw blurRad="50800" rotWithShape="0" algn="tl" dir="2700000" dist="38100">
                <a:srgbClr val="000000">
                  <a:alpha val="40000"/>
                </a:srgbClr>
              </a:outerShdw>
            </a:effectLst>
          </p:spPr>
          <p:txBody>
            <a:bodyPr anchorCtr="0" anchor="ctr" bIns="45700" lIns="91400" spcFirstLastPara="1" rIns="91400"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298" name="Google Shape;298;p25"/>
            <p:cNvSpPr txBox="1"/>
            <p:nvPr/>
          </p:nvSpPr>
          <p:spPr>
            <a:xfrm>
              <a:off x="1814322" y="15986250"/>
              <a:ext cx="32947364" cy="3046948"/>
            </a:xfrm>
            <a:prstGeom prst="rect">
              <a:avLst/>
            </a:prstGeom>
            <a:noFill/>
            <a:ln>
              <a:noFill/>
            </a:ln>
          </p:spPr>
          <p:txBody>
            <a:bodyPr anchorCtr="0" anchor="t" bIns="45700" lIns="91400" spcFirstLastPara="1" rIns="91400" wrap="square" tIns="45700">
              <a:spAutoFit/>
            </a:bodyPr>
            <a:lstStyle/>
            <a:p>
              <a:pPr indent="0" lvl="0" marL="0" marR="0" rtl="0" algn="l">
                <a:lnSpc>
                  <a:spcPct val="100000"/>
                </a:lnSpc>
                <a:spcBef>
                  <a:spcPts val="0"/>
                </a:spcBef>
                <a:spcAft>
                  <a:spcPts val="0"/>
                </a:spcAft>
                <a:buClr>
                  <a:srgbClr val="000000"/>
                </a:buClr>
                <a:buSzPts val="4800"/>
                <a:buFont typeface="Arial"/>
                <a:buNone/>
              </a:pPr>
              <a:r>
                <a:rPr b="1" i="0" lang="en-IN" sz="4800" u="none" cap="none" strike="noStrike">
                  <a:solidFill>
                    <a:srgbClr val="FFFF00"/>
                  </a:solidFill>
                  <a:latin typeface="Poppins"/>
                  <a:ea typeface="Poppins"/>
                  <a:cs typeface="Poppins"/>
                  <a:sym typeface="Poppins"/>
                </a:rPr>
                <a:t>PS -</a:t>
              </a:r>
              <a:r>
                <a:rPr b="0" i="0" lang="en-IN" sz="4800" u="none" cap="none" strike="noStrike">
                  <a:solidFill>
                    <a:srgbClr val="FFFF00"/>
                  </a:solidFill>
                  <a:latin typeface="Poppins"/>
                  <a:ea typeface="Poppins"/>
                  <a:cs typeface="Poppins"/>
                  <a:sym typeface="Poppins"/>
                </a:rPr>
                <a:t> </a:t>
              </a:r>
              <a:r>
                <a:rPr b="0" i="0" lang="en-IN" sz="4800" u="none" cap="none" strike="noStrike">
                  <a:solidFill>
                    <a:schemeClr val="lt1"/>
                  </a:solidFill>
                  <a:latin typeface="Poppins"/>
                  <a:ea typeface="Poppins"/>
                  <a:cs typeface="Poppins"/>
                  <a:sym typeface="Poppins"/>
                </a:rPr>
                <a:t>This ppt is given for design purpose only and for your reference that where to type what or how to go with your final ppt content. So please follow the written instructions given in each placeholder and remove the given ’type here’ text to type your related content on the same place. </a:t>
              </a:r>
              <a:r>
                <a:rPr b="1" i="0" lang="en-IN" sz="4800" u="none" cap="none" strike="noStrike">
                  <a:solidFill>
                    <a:srgbClr val="FFFF00"/>
                  </a:solidFill>
                  <a:latin typeface="Poppins"/>
                  <a:ea typeface="Poppins"/>
                  <a:cs typeface="Poppins"/>
                  <a:sym typeface="Poppins"/>
                </a:rPr>
                <a:t>Do use Microsoft PowerPoint slideshow</a:t>
              </a:r>
              <a:r>
                <a:rPr b="1" i="0" lang="en-IN" sz="4800" u="none" cap="none" strike="noStrike">
                  <a:solidFill>
                    <a:srgbClr val="FFC000"/>
                  </a:solidFill>
                  <a:latin typeface="Poppins"/>
                  <a:ea typeface="Poppins"/>
                  <a:cs typeface="Poppins"/>
                  <a:sym typeface="Poppins"/>
                </a:rPr>
                <a:t> </a:t>
              </a:r>
              <a:r>
                <a:rPr b="0" i="0" lang="en-IN" sz="4800" u="none" cap="none" strike="noStrike">
                  <a:solidFill>
                    <a:schemeClr val="lt1"/>
                  </a:solidFill>
                  <a:latin typeface="Poppins"/>
                  <a:ea typeface="Poppins"/>
                  <a:cs typeface="Poppins"/>
                  <a:sym typeface="Poppins"/>
                </a:rPr>
                <a:t>for its best view &amp; If you have any issues, please connect with our ppt team.</a:t>
              </a:r>
              <a:endParaRPr b="0" i="0" sz="1600" u="none" cap="none" strike="noStrike">
                <a:solidFill>
                  <a:srgbClr val="000000"/>
                </a:solidFill>
                <a:latin typeface="Arial"/>
                <a:ea typeface="Arial"/>
                <a:cs typeface="Arial"/>
                <a:sym typeface="Arial"/>
              </a:endParaRPr>
            </a:p>
          </p:txBody>
        </p:sp>
        <p:grpSp>
          <p:nvGrpSpPr>
            <p:cNvPr id="299" name="Google Shape;299;p25"/>
            <p:cNvGrpSpPr/>
            <p:nvPr/>
          </p:nvGrpSpPr>
          <p:grpSpPr>
            <a:xfrm>
              <a:off x="1137267" y="9694603"/>
              <a:ext cx="12435528" cy="5254689"/>
              <a:chOff x="1137267" y="9388383"/>
              <a:chExt cx="12435528" cy="5254689"/>
            </a:xfrm>
          </p:grpSpPr>
          <p:sp>
            <p:nvSpPr>
              <p:cNvPr id="300" name="Google Shape;300;p25"/>
              <p:cNvSpPr txBox="1"/>
              <p:nvPr/>
            </p:nvSpPr>
            <p:spPr>
              <a:xfrm>
                <a:off x="1137267" y="11368259"/>
                <a:ext cx="12435528" cy="1015622"/>
              </a:xfrm>
              <a:prstGeom prst="rect">
                <a:avLst/>
              </a:prstGeom>
              <a:noFill/>
              <a:ln>
                <a:noFill/>
              </a:ln>
            </p:spPr>
            <p:txBody>
              <a:bodyPr anchorCtr="0" anchor="t" bIns="45700" lIns="91400" spcFirstLastPara="1" rIns="91400" wrap="square" tIns="45700">
                <a:spAutoFit/>
              </a:bodyPr>
              <a:lstStyle/>
              <a:p>
                <a:pPr indent="0" lvl="0" marL="0" marR="0" rtl="0" algn="l">
                  <a:lnSpc>
                    <a:spcPct val="100000"/>
                  </a:lnSpc>
                  <a:spcBef>
                    <a:spcPts val="0"/>
                  </a:spcBef>
                  <a:spcAft>
                    <a:spcPts val="0"/>
                  </a:spcAft>
                  <a:buClr>
                    <a:srgbClr val="000000"/>
                  </a:buClr>
                  <a:buSzPts val="6000"/>
                  <a:buFont typeface="Arial"/>
                  <a:buNone/>
                </a:pPr>
                <a:r>
                  <a:rPr b="0" i="0" lang="en-IN" sz="6000" u="none" cap="none" strike="noStrike">
                    <a:solidFill>
                      <a:srgbClr val="FFFFFF"/>
                    </a:solidFill>
                    <a:latin typeface="Cambria"/>
                    <a:ea typeface="Cambria"/>
                    <a:cs typeface="Cambria"/>
                    <a:sym typeface="Cambria"/>
                  </a:rPr>
                  <a:t>Font Type : Cambria Bold</a:t>
                </a:r>
                <a:endParaRPr b="0" i="0" sz="6000" u="none" cap="none" strike="noStrike">
                  <a:solidFill>
                    <a:srgbClr val="FFFFFF"/>
                  </a:solidFill>
                  <a:latin typeface="Cambria"/>
                  <a:ea typeface="Cambria"/>
                  <a:cs typeface="Cambria"/>
                  <a:sym typeface="Cambria"/>
                </a:endParaRPr>
              </a:p>
            </p:txBody>
          </p:sp>
          <p:sp>
            <p:nvSpPr>
              <p:cNvPr id="301" name="Google Shape;301;p25"/>
              <p:cNvSpPr txBox="1"/>
              <p:nvPr/>
            </p:nvSpPr>
            <p:spPr>
              <a:xfrm>
                <a:off x="1137267" y="12540162"/>
                <a:ext cx="7645040" cy="1015622"/>
              </a:xfrm>
              <a:prstGeom prst="rect">
                <a:avLst/>
              </a:prstGeom>
              <a:noFill/>
              <a:ln>
                <a:noFill/>
              </a:ln>
            </p:spPr>
            <p:txBody>
              <a:bodyPr anchorCtr="0" anchor="t" bIns="45700" lIns="91400" spcFirstLastPara="1" rIns="91400" wrap="square" tIns="45700">
                <a:spAutoFit/>
              </a:bodyPr>
              <a:lstStyle/>
              <a:p>
                <a:pPr indent="0" lvl="0" marL="0" marR="0" rtl="0" algn="l">
                  <a:lnSpc>
                    <a:spcPct val="100000"/>
                  </a:lnSpc>
                  <a:spcBef>
                    <a:spcPts val="0"/>
                  </a:spcBef>
                  <a:spcAft>
                    <a:spcPts val="0"/>
                  </a:spcAft>
                  <a:buClr>
                    <a:srgbClr val="000000"/>
                  </a:buClr>
                  <a:buSzPts val="6000"/>
                  <a:buFont typeface="Arial"/>
                  <a:buNone/>
                </a:pPr>
                <a:r>
                  <a:rPr b="0" i="0" lang="en-IN" sz="6000" u="none" cap="none" strike="noStrike">
                    <a:solidFill>
                      <a:srgbClr val="FFFFFF"/>
                    </a:solidFill>
                    <a:latin typeface="Cambria"/>
                    <a:ea typeface="Cambria"/>
                    <a:cs typeface="Cambria"/>
                    <a:sym typeface="Cambria"/>
                  </a:rPr>
                  <a:t>Font Color : #FFFFFF</a:t>
                </a:r>
                <a:endParaRPr b="0" i="0" sz="6000" u="none" cap="none" strike="noStrike">
                  <a:solidFill>
                    <a:srgbClr val="FFFFFF"/>
                  </a:solidFill>
                  <a:latin typeface="Cambria"/>
                  <a:ea typeface="Cambria"/>
                  <a:cs typeface="Cambria"/>
                  <a:sym typeface="Cambria"/>
                </a:endParaRPr>
              </a:p>
            </p:txBody>
          </p:sp>
          <p:sp>
            <p:nvSpPr>
              <p:cNvPr id="302" name="Google Shape;302;p25"/>
              <p:cNvSpPr txBox="1"/>
              <p:nvPr/>
            </p:nvSpPr>
            <p:spPr>
              <a:xfrm>
                <a:off x="1137273" y="13627450"/>
                <a:ext cx="6325362" cy="1015622"/>
              </a:xfrm>
              <a:prstGeom prst="rect">
                <a:avLst/>
              </a:prstGeom>
              <a:noFill/>
              <a:ln>
                <a:noFill/>
              </a:ln>
            </p:spPr>
            <p:txBody>
              <a:bodyPr anchorCtr="0" anchor="t" bIns="45700" lIns="91400" spcFirstLastPara="1" rIns="91400" wrap="square" tIns="45700">
                <a:spAutoFit/>
              </a:bodyPr>
              <a:lstStyle/>
              <a:p>
                <a:pPr indent="0" lvl="0" marL="0" marR="0" rtl="0" algn="l">
                  <a:lnSpc>
                    <a:spcPct val="100000"/>
                  </a:lnSpc>
                  <a:spcBef>
                    <a:spcPts val="0"/>
                  </a:spcBef>
                  <a:spcAft>
                    <a:spcPts val="0"/>
                  </a:spcAft>
                  <a:buClr>
                    <a:srgbClr val="000000"/>
                  </a:buClr>
                  <a:buSzPts val="6000"/>
                  <a:buFont typeface="Arial"/>
                  <a:buNone/>
                </a:pPr>
                <a:r>
                  <a:rPr b="0" i="0" lang="en-IN" sz="6000" u="none" cap="none" strike="noStrike">
                    <a:solidFill>
                      <a:srgbClr val="FFFFFF"/>
                    </a:solidFill>
                    <a:latin typeface="Cambria"/>
                    <a:ea typeface="Cambria"/>
                    <a:cs typeface="Cambria"/>
                    <a:sym typeface="Cambria"/>
                  </a:rPr>
                  <a:t>Font Size : 60pt</a:t>
                </a:r>
                <a:endParaRPr b="0" i="0" sz="6000" u="none" cap="none" strike="noStrike">
                  <a:solidFill>
                    <a:srgbClr val="FFFFFF"/>
                  </a:solidFill>
                  <a:latin typeface="Cambria"/>
                  <a:ea typeface="Cambria"/>
                  <a:cs typeface="Cambria"/>
                  <a:sym typeface="Cambria"/>
                </a:endParaRPr>
              </a:p>
            </p:txBody>
          </p:sp>
          <p:sp>
            <p:nvSpPr>
              <p:cNvPr id="303" name="Google Shape;303;p25"/>
              <p:cNvSpPr txBox="1"/>
              <p:nvPr/>
            </p:nvSpPr>
            <p:spPr>
              <a:xfrm>
                <a:off x="1137267" y="9388383"/>
                <a:ext cx="12435528" cy="1015622"/>
              </a:xfrm>
              <a:prstGeom prst="rect">
                <a:avLst/>
              </a:prstGeom>
              <a:noFill/>
              <a:ln>
                <a:noFill/>
              </a:ln>
            </p:spPr>
            <p:txBody>
              <a:bodyPr anchorCtr="0" anchor="t" bIns="45700" lIns="91400" spcFirstLastPara="1" rIns="91400" wrap="square" tIns="45700">
                <a:spAutoFit/>
              </a:bodyPr>
              <a:lstStyle/>
              <a:p>
                <a:pPr indent="0" lvl="0" marL="0" marR="0" rtl="0" algn="l">
                  <a:lnSpc>
                    <a:spcPct val="100000"/>
                  </a:lnSpc>
                  <a:spcBef>
                    <a:spcPts val="0"/>
                  </a:spcBef>
                  <a:spcAft>
                    <a:spcPts val="0"/>
                  </a:spcAft>
                  <a:buClr>
                    <a:srgbClr val="000000"/>
                  </a:buClr>
                  <a:buSzPts val="6000"/>
                  <a:buFont typeface="Arial"/>
                  <a:buNone/>
                </a:pPr>
                <a:r>
                  <a:rPr b="1" i="0" lang="en-IN" sz="6000" u="none" cap="none" strike="noStrike">
                    <a:solidFill>
                      <a:srgbClr val="FFFF00"/>
                    </a:solidFill>
                    <a:latin typeface="Cambria"/>
                    <a:ea typeface="Cambria"/>
                    <a:cs typeface="Cambria"/>
                    <a:sym typeface="Cambria"/>
                  </a:rPr>
                  <a:t>For Sub Heading</a:t>
                </a:r>
                <a:endParaRPr b="1" i="0" sz="6000" u="none" cap="none" strike="noStrike">
                  <a:solidFill>
                    <a:srgbClr val="FFFF00"/>
                  </a:solidFill>
                  <a:latin typeface="Cambria"/>
                  <a:ea typeface="Cambria"/>
                  <a:cs typeface="Cambria"/>
                  <a:sym typeface="Cambria"/>
                </a:endParaRPr>
              </a:p>
            </p:txBody>
          </p:sp>
          <p:sp>
            <p:nvSpPr>
              <p:cNvPr id="304" name="Google Shape;304;p25"/>
              <p:cNvSpPr/>
              <p:nvPr/>
            </p:nvSpPr>
            <p:spPr>
              <a:xfrm>
                <a:off x="2707406" y="10414654"/>
                <a:ext cx="685800" cy="915932"/>
              </a:xfrm>
              <a:prstGeom prst="upArrow">
                <a:avLst>
                  <a:gd fmla="val 50000" name="adj1"/>
                  <a:gd fmla="val 77451" name="adj2"/>
                </a:avLst>
              </a:prstGeom>
              <a:solidFill>
                <a:schemeClr val="lt1"/>
              </a:solidFill>
              <a:ln>
                <a:noFill/>
              </a:ln>
            </p:spPr>
            <p:txBody>
              <a:bodyPr anchorCtr="0" anchor="ctr" bIns="45700" lIns="91400" spcFirstLastPara="1" rIns="91400"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Calibri"/>
                  <a:ea typeface="Calibri"/>
                  <a:cs typeface="Calibri"/>
                  <a:sym typeface="Calibri"/>
                </a:endParaRPr>
              </a:p>
            </p:txBody>
          </p:sp>
        </p:grpSp>
        <p:grpSp>
          <p:nvGrpSpPr>
            <p:cNvPr id="305" name="Google Shape;305;p25"/>
            <p:cNvGrpSpPr/>
            <p:nvPr/>
          </p:nvGrpSpPr>
          <p:grpSpPr>
            <a:xfrm>
              <a:off x="12922648" y="9694603"/>
              <a:ext cx="12435528" cy="5254689"/>
              <a:chOff x="1137267" y="9388383"/>
              <a:chExt cx="12435528" cy="5254689"/>
            </a:xfrm>
          </p:grpSpPr>
          <p:sp>
            <p:nvSpPr>
              <p:cNvPr id="306" name="Google Shape;306;p25"/>
              <p:cNvSpPr txBox="1"/>
              <p:nvPr/>
            </p:nvSpPr>
            <p:spPr>
              <a:xfrm>
                <a:off x="1137267" y="11368259"/>
                <a:ext cx="12435528" cy="1015622"/>
              </a:xfrm>
              <a:prstGeom prst="rect">
                <a:avLst/>
              </a:prstGeom>
              <a:noFill/>
              <a:ln>
                <a:noFill/>
              </a:ln>
            </p:spPr>
            <p:txBody>
              <a:bodyPr anchorCtr="0" anchor="t" bIns="45700" lIns="91400" spcFirstLastPara="1" rIns="91400" wrap="square" tIns="45700">
                <a:spAutoFit/>
              </a:bodyPr>
              <a:lstStyle/>
              <a:p>
                <a:pPr indent="0" lvl="0" marL="0" marR="0" rtl="0" algn="l">
                  <a:lnSpc>
                    <a:spcPct val="100000"/>
                  </a:lnSpc>
                  <a:spcBef>
                    <a:spcPts val="0"/>
                  </a:spcBef>
                  <a:spcAft>
                    <a:spcPts val="0"/>
                  </a:spcAft>
                  <a:buClr>
                    <a:srgbClr val="000000"/>
                  </a:buClr>
                  <a:buSzPts val="6000"/>
                  <a:buFont typeface="Arial"/>
                  <a:buNone/>
                </a:pPr>
                <a:r>
                  <a:rPr b="0" i="0" lang="en-IN" sz="6000" u="none" cap="none" strike="noStrike">
                    <a:solidFill>
                      <a:srgbClr val="FFFFFF"/>
                    </a:solidFill>
                    <a:latin typeface="Cambria"/>
                    <a:ea typeface="Cambria"/>
                    <a:cs typeface="Cambria"/>
                    <a:sym typeface="Cambria"/>
                  </a:rPr>
                  <a:t>Font Type: Cambria</a:t>
                </a:r>
                <a:endParaRPr b="0" i="0" sz="6000" u="none" cap="none" strike="noStrike">
                  <a:solidFill>
                    <a:srgbClr val="FFFFFF"/>
                  </a:solidFill>
                  <a:latin typeface="Cambria"/>
                  <a:ea typeface="Cambria"/>
                  <a:cs typeface="Cambria"/>
                  <a:sym typeface="Cambria"/>
                </a:endParaRPr>
              </a:p>
            </p:txBody>
          </p:sp>
          <p:sp>
            <p:nvSpPr>
              <p:cNvPr id="307" name="Google Shape;307;p25"/>
              <p:cNvSpPr txBox="1"/>
              <p:nvPr/>
            </p:nvSpPr>
            <p:spPr>
              <a:xfrm>
                <a:off x="1137267" y="12540162"/>
                <a:ext cx="7645040" cy="1015622"/>
              </a:xfrm>
              <a:prstGeom prst="rect">
                <a:avLst/>
              </a:prstGeom>
              <a:noFill/>
              <a:ln>
                <a:noFill/>
              </a:ln>
            </p:spPr>
            <p:txBody>
              <a:bodyPr anchorCtr="0" anchor="t" bIns="45700" lIns="91400" spcFirstLastPara="1" rIns="91400" wrap="square" tIns="45700">
                <a:spAutoFit/>
              </a:bodyPr>
              <a:lstStyle/>
              <a:p>
                <a:pPr indent="0" lvl="0" marL="0" marR="0" rtl="0" algn="l">
                  <a:lnSpc>
                    <a:spcPct val="100000"/>
                  </a:lnSpc>
                  <a:spcBef>
                    <a:spcPts val="0"/>
                  </a:spcBef>
                  <a:spcAft>
                    <a:spcPts val="0"/>
                  </a:spcAft>
                  <a:buClr>
                    <a:srgbClr val="000000"/>
                  </a:buClr>
                  <a:buSzPts val="6000"/>
                  <a:buFont typeface="Arial"/>
                  <a:buNone/>
                </a:pPr>
                <a:r>
                  <a:rPr b="0" i="0" lang="en-IN" sz="6000" u="none" cap="none" strike="noStrike">
                    <a:solidFill>
                      <a:srgbClr val="FFFFFF"/>
                    </a:solidFill>
                    <a:latin typeface="Cambria"/>
                    <a:ea typeface="Cambria"/>
                    <a:cs typeface="Cambria"/>
                    <a:sym typeface="Cambria"/>
                  </a:rPr>
                  <a:t>Font Color : #FFFFFF</a:t>
                </a:r>
                <a:endParaRPr b="0" i="0" sz="6000" u="none" cap="none" strike="noStrike">
                  <a:solidFill>
                    <a:srgbClr val="FFFFFF"/>
                  </a:solidFill>
                  <a:latin typeface="Cambria"/>
                  <a:ea typeface="Cambria"/>
                  <a:cs typeface="Cambria"/>
                  <a:sym typeface="Cambria"/>
                </a:endParaRPr>
              </a:p>
            </p:txBody>
          </p:sp>
          <p:sp>
            <p:nvSpPr>
              <p:cNvPr id="308" name="Google Shape;308;p25"/>
              <p:cNvSpPr txBox="1"/>
              <p:nvPr/>
            </p:nvSpPr>
            <p:spPr>
              <a:xfrm>
                <a:off x="1137273" y="13627450"/>
                <a:ext cx="6325362" cy="1015622"/>
              </a:xfrm>
              <a:prstGeom prst="rect">
                <a:avLst/>
              </a:prstGeom>
              <a:noFill/>
              <a:ln>
                <a:noFill/>
              </a:ln>
            </p:spPr>
            <p:txBody>
              <a:bodyPr anchorCtr="0" anchor="t" bIns="45700" lIns="91400" spcFirstLastPara="1" rIns="91400" wrap="square" tIns="45700">
                <a:spAutoFit/>
              </a:bodyPr>
              <a:lstStyle/>
              <a:p>
                <a:pPr indent="0" lvl="0" marL="0" marR="0" rtl="0" algn="l">
                  <a:lnSpc>
                    <a:spcPct val="100000"/>
                  </a:lnSpc>
                  <a:spcBef>
                    <a:spcPts val="0"/>
                  </a:spcBef>
                  <a:spcAft>
                    <a:spcPts val="0"/>
                  </a:spcAft>
                  <a:buClr>
                    <a:srgbClr val="000000"/>
                  </a:buClr>
                  <a:buSzPts val="6000"/>
                  <a:buFont typeface="Arial"/>
                  <a:buNone/>
                </a:pPr>
                <a:r>
                  <a:rPr b="0" i="0" lang="en-IN" sz="6000" u="none" cap="none" strike="noStrike">
                    <a:solidFill>
                      <a:srgbClr val="FFFFFF"/>
                    </a:solidFill>
                    <a:latin typeface="Cambria"/>
                    <a:ea typeface="Cambria"/>
                    <a:cs typeface="Cambria"/>
                    <a:sym typeface="Cambria"/>
                  </a:rPr>
                  <a:t>Font Size : 50pt</a:t>
                </a:r>
                <a:endParaRPr b="0" i="0" sz="6000" u="none" cap="none" strike="noStrike">
                  <a:solidFill>
                    <a:srgbClr val="FFFFFF"/>
                  </a:solidFill>
                  <a:latin typeface="Cambria"/>
                  <a:ea typeface="Cambria"/>
                  <a:cs typeface="Cambria"/>
                  <a:sym typeface="Cambria"/>
                </a:endParaRPr>
              </a:p>
            </p:txBody>
          </p:sp>
          <p:sp>
            <p:nvSpPr>
              <p:cNvPr id="309" name="Google Shape;309;p25"/>
              <p:cNvSpPr txBox="1"/>
              <p:nvPr/>
            </p:nvSpPr>
            <p:spPr>
              <a:xfrm>
                <a:off x="1137267" y="9388383"/>
                <a:ext cx="12435528" cy="1015622"/>
              </a:xfrm>
              <a:prstGeom prst="rect">
                <a:avLst/>
              </a:prstGeom>
              <a:noFill/>
              <a:ln>
                <a:noFill/>
              </a:ln>
            </p:spPr>
            <p:txBody>
              <a:bodyPr anchorCtr="0" anchor="t" bIns="45700" lIns="91400" spcFirstLastPara="1" rIns="91400" wrap="square" tIns="45700">
                <a:spAutoFit/>
              </a:bodyPr>
              <a:lstStyle/>
              <a:p>
                <a:pPr indent="0" lvl="0" marL="0" marR="0" rtl="0" algn="l">
                  <a:lnSpc>
                    <a:spcPct val="100000"/>
                  </a:lnSpc>
                  <a:spcBef>
                    <a:spcPts val="0"/>
                  </a:spcBef>
                  <a:spcAft>
                    <a:spcPts val="0"/>
                  </a:spcAft>
                  <a:buClr>
                    <a:srgbClr val="000000"/>
                  </a:buClr>
                  <a:buSzPts val="6000"/>
                  <a:buFont typeface="Arial"/>
                  <a:buNone/>
                </a:pPr>
                <a:r>
                  <a:rPr b="1" i="0" lang="en-IN" sz="6000" u="none" cap="none" strike="noStrike">
                    <a:solidFill>
                      <a:srgbClr val="FFFF00"/>
                    </a:solidFill>
                    <a:latin typeface="Cambria"/>
                    <a:ea typeface="Cambria"/>
                    <a:cs typeface="Cambria"/>
                    <a:sym typeface="Cambria"/>
                  </a:rPr>
                  <a:t>For Normal Text</a:t>
                </a:r>
                <a:endParaRPr b="1" i="0" sz="6000" u="none" cap="none" strike="noStrike">
                  <a:solidFill>
                    <a:srgbClr val="FFFF00"/>
                  </a:solidFill>
                  <a:latin typeface="Cambria"/>
                  <a:ea typeface="Cambria"/>
                  <a:cs typeface="Cambria"/>
                  <a:sym typeface="Cambria"/>
                </a:endParaRPr>
              </a:p>
            </p:txBody>
          </p:sp>
          <p:sp>
            <p:nvSpPr>
              <p:cNvPr id="310" name="Google Shape;310;p25"/>
              <p:cNvSpPr/>
              <p:nvPr/>
            </p:nvSpPr>
            <p:spPr>
              <a:xfrm>
                <a:off x="2707406" y="10414654"/>
                <a:ext cx="685800" cy="915932"/>
              </a:xfrm>
              <a:prstGeom prst="upArrow">
                <a:avLst>
                  <a:gd fmla="val 50000" name="adj1"/>
                  <a:gd fmla="val 77451" name="adj2"/>
                </a:avLst>
              </a:prstGeom>
              <a:solidFill>
                <a:schemeClr val="lt1"/>
              </a:solidFill>
              <a:ln>
                <a:noFill/>
              </a:ln>
            </p:spPr>
            <p:txBody>
              <a:bodyPr anchorCtr="0" anchor="ctr" bIns="45700" lIns="91400" spcFirstLastPara="1" rIns="91400"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Calibri"/>
                  <a:ea typeface="Calibri"/>
                  <a:cs typeface="Calibri"/>
                  <a:sym typeface="Calibri"/>
                </a:endParaRPr>
              </a:p>
            </p:txBody>
          </p:sp>
        </p:grpSp>
        <p:grpSp>
          <p:nvGrpSpPr>
            <p:cNvPr id="311" name="Google Shape;311;p25"/>
            <p:cNvGrpSpPr/>
            <p:nvPr/>
          </p:nvGrpSpPr>
          <p:grpSpPr>
            <a:xfrm>
              <a:off x="24025183" y="9694603"/>
              <a:ext cx="12435528" cy="5254689"/>
              <a:chOff x="1137267" y="9388383"/>
              <a:chExt cx="12435528" cy="5254689"/>
            </a:xfrm>
          </p:grpSpPr>
          <p:sp>
            <p:nvSpPr>
              <p:cNvPr id="312" name="Google Shape;312;p25"/>
              <p:cNvSpPr txBox="1"/>
              <p:nvPr/>
            </p:nvSpPr>
            <p:spPr>
              <a:xfrm>
                <a:off x="1137267" y="11368259"/>
                <a:ext cx="12435528" cy="1015622"/>
              </a:xfrm>
              <a:prstGeom prst="rect">
                <a:avLst/>
              </a:prstGeom>
              <a:noFill/>
              <a:ln>
                <a:noFill/>
              </a:ln>
            </p:spPr>
            <p:txBody>
              <a:bodyPr anchorCtr="0" anchor="t" bIns="45700" lIns="91400" spcFirstLastPara="1" rIns="91400" wrap="square" tIns="45700">
                <a:spAutoFit/>
              </a:bodyPr>
              <a:lstStyle/>
              <a:p>
                <a:pPr indent="0" lvl="0" marL="0" marR="0" rtl="0" algn="l">
                  <a:lnSpc>
                    <a:spcPct val="100000"/>
                  </a:lnSpc>
                  <a:spcBef>
                    <a:spcPts val="0"/>
                  </a:spcBef>
                  <a:spcAft>
                    <a:spcPts val="0"/>
                  </a:spcAft>
                  <a:buClr>
                    <a:srgbClr val="000000"/>
                  </a:buClr>
                  <a:buSzPts val="6000"/>
                  <a:buFont typeface="Arial"/>
                  <a:buNone/>
                </a:pPr>
                <a:r>
                  <a:rPr b="0" i="0" lang="en-IN" sz="6000" u="none" cap="none" strike="noStrike">
                    <a:solidFill>
                      <a:srgbClr val="FFFFFF"/>
                    </a:solidFill>
                    <a:latin typeface="Cambria"/>
                    <a:ea typeface="Cambria"/>
                    <a:cs typeface="Cambria"/>
                    <a:sym typeface="Cambria"/>
                  </a:rPr>
                  <a:t>Font Type: Cambria Italic</a:t>
                </a:r>
                <a:endParaRPr b="0" i="0" sz="6000" u="none" cap="none" strike="noStrike">
                  <a:solidFill>
                    <a:srgbClr val="FFFFFF"/>
                  </a:solidFill>
                  <a:latin typeface="Cambria"/>
                  <a:ea typeface="Cambria"/>
                  <a:cs typeface="Cambria"/>
                  <a:sym typeface="Cambria"/>
                </a:endParaRPr>
              </a:p>
            </p:txBody>
          </p:sp>
          <p:sp>
            <p:nvSpPr>
              <p:cNvPr id="313" name="Google Shape;313;p25"/>
              <p:cNvSpPr txBox="1"/>
              <p:nvPr/>
            </p:nvSpPr>
            <p:spPr>
              <a:xfrm>
                <a:off x="1137267" y="12540162"/>
                <a:ext cx="7645040" cy="1015622"/>
              </a:xfrm>
              <a:prstGeom prst="rect">
                <a:avLst/>
              </a:prstGeom>
              <a:noFill/>
              <a:ln>
                <a:noFill/>
              </a:ln>
            </p:spPr>
            <p:txBody>
              <a:bodyPr anchorCtr="0" anchor="t" bIns="45700" lIns="91400" spcFirstLastPara="1" rIns="91400" wrap="square" tIns="45700">
                <a:spAutoFit/>
              </a:bodyPr>
              <a:lstStyle/>
              <a:p>
                <a:pPr indent="0" lvl="0" marL="0" marR="0" rtl="0" algn="l">
                  <a:lnSpc>
                    <a:spcPct val="100000"/>
                  </a:lnSpc>
                  <a:spcBef>
                    <a:spcPts val="0"/>
                  </a:spcBef>
                  <a:spcAft>
                    <a:spcPts val="0"/>
                  </a:spcAft>
                  <a:buClr>
                    <a:srgbClr val="000000"/>
                  </a:buClr>
                  <a:buSzPts val="6000"/>
                  <a:buFont typeface="Arial"/>
                  <a:buNone/>
                </a:pPr>
                <a:r>
                  <a:rPr b="0" i="0" lang="en-IN" sz="6000" u="none" cap="none" strike="noStrike">
                    <a:solidFill>
                      <a:srgbClr val="FFFFFF"/>
                    </a:solidFill>
                    <a:latin typeface="Cambria"/>
                    <a:ea typeface="Cambria"/>
                    <a:cs typeface="Cambria"/>
                    <a:sym typeface="Cambria"/>
                  </a:rPr>
                  <a:t>Font Color : #FFFFFF</a:t>
                </a:r>
                <a:endParaRPr b="0" i="0" sz="6000" u="none" cap="none" strike="noStrike">
                  <a:solidFill>
                    <a:srgbClr val="FFFFFF"/>
                  </a:solidFill>
                  <a:latin typeface="Cambria"/>
                  <a:ea typeface="Cambria"/>
                  <a:cs typeface="Cambria"/>
                  <a:sym typeface="Cambria"/>
                </a:endParaRPr>
              </a:p>
            </p:txBody>
          </p:sp>
          <p:sp>
            <p:nvSpPr>
              <p:cNvPr id="314" name="Google Shape;314;p25"/>
              <p:cNvSpPr txBox="1"/>
              <p:nvPr/>
            </p:nvSpPr>
            <p:spPr>
              <a:xfrm>
                <a:off x="1137273" y="13627450"/>
                <a:ext cx="6325362" cy="1015622"/>
              </a:xfrm>
              <a:prstGeom prst="rect">
                <a:avLst/>
              </a:prstGeom>
              <a:noFill/>
              <a:ln>
                <a:noFill/>
              </a:ln>
            </p:spPr>
            <p:txBody>
              <a:bodyPr anchorCtr="0" anchor="t" bIns="45700" lIns="91400" spcFirstLastPara="1" rIns="91400" wrap="square" tIns="45700">
                <a:spAutoFit/>
              </a:bodyPr>
              <a:lstStyle/>
              <a:p>
                <a:pPr indent="0" lvl="0" marL="0" marR="0" rtl="0" algn="l">
                  <a:lnSpc>
                    <a:spcPct val="100000"/>
                  </a:lnSpc>
                  <a:spcBef>
                    <a:spcPts val="0"/>
                  </a:spcBef>
                  <a:spcAft>
                    <a:spcPts val="0"/>
                  </a:spcAft>
                  <a:buClr>
                    <a:srgbClr val="000000"/>
                  </a:buClr>
                  <a:buSzPts val="6000"/>
                  <a:buFont typeface="Arial"/>
                  <a:buNone/>
                </a:pPr>
                <a:r>
                  <a:rPr b="0" i="0" lang="en-IN" sz="6000" u="none" cap="none" strike="noStrike">
                    <a:solidFill>
                      <a:srgbClr val="FFFFFF"/>
                    </a:solidFill>
                    <a:latin typeface="Cambria"/>
                    <a:ea typeface="Cambria"/>
                    <a:cs typeface="Cambria"/>
                    <a:sym typeface="Cambria"/>
                  </a:rPr>
                  <a:t>Font Size : 60pt</a:t>
                </a:r>
                <a:endParaRPr b="0" i="0" sz="6000" u="none" cap="none" strike="noStrike">
                  <a:solidFill>
                    <a:srgbClr val="FFFFFF"/>
                  </a:solidFill>
                  <a:latin typeface="Cambria"/>
                  <a:ea typeface="Cambria"/>
                  <a:cs typeface="Cambria"/>
                  <a:sym typeface="Cambria"/>
                </a:endParaRPr>
              </a:p>
            </p:txBody>
          </p:sp>
          <p:sp>
            <p:nvSpPr>
              <p:cNvPr id="315" name="Google Shape;315;p25"/>
              <p:cNvSpPr txBox="1"/>
              <p:nvPr/>
            </p:nvSpPr>
            <p:spPr>
              <a:xfrm>
                <a:off x="1137267" y="9388383"/>
                <a:ext cx="12435528" cy="1015622"/>
              </a:xfrm>
              <a:prstGeom prst="rect">
                <a:avLst/>
              </a:prstGeom>
              <a:noFill/>
              <a:ln>
                <a:noFill/>
              </a:ln>
            </p:spPr>
            <p:txBody>
              <a:bodyPr anchorCtr="0" anchor="t" bIns="45700" lIns="91400" spcFirstLastPara="1" rIns="91400" wrap="square" tIns="45700">
                <a:spAutoFit/>
              </a:bodyPr>
              <a:lstStyle/>
              <a:p>
                <a:pPr indent="0" lvl="0" marL="0" marR="0" rtl="0" algn="l">
                  <a:lnSpc>
                    <a:spcPct val="100000"/>
                  </a:lnSpc>
                  <a:spcBef>
                    <a:spcPts val="0"/>
                  </a:spcBef>
                  <a:spcAft>
                    <a:spcPts val="0"/>
                  </a:spcAft>
                  <a:buClr>
                    <a:srgbClr val="000000"/>
                  </a:buClr>
                  <a:buSzPts val="6000"/>
                  <a:buFont typeface="Arial"/>
                  <a:buNone/>
                </a:pPr>
                <a:r>
                  <a:rPr b="0" i="1" lang="en-IN" sz="6000" u="none" cap="none" strike="noStrike">
                    <a:solidFill>
                      <a:srgbClr val="FFFF00"/>
                    </a:solidFill>
                    <a:latin typeface="Cambria"/>
                    <a:ea typeface="Cambria"/>
                    <a:cs typeface="Cambria"/>
                    <a:sym typeface="Cambria"/>
                  </a:rPr>
                  <a:t>For Equation</a:t>
                </a:r>
                <a:endParaRPr b="0" i="1" sz="6000" u="none" cap="none" strike="noStrike">
                  <a:solidFill>
                    <a:srgbClr val="FFFF00"/>
                  </a:solidFill>
                  <a:latin typeface="Cambria"/>
                  <a:ea typeface="Cambria"/>
                  <a:cs typeface="Cambria"/>
                  <a:sym typeface="Cambria"/>
                </a:endParaRPr>
              </a:p>
            </p:txBody>
          </p:sp>
          <p:sp>
            <p:nvSpPr>
              <p:cNvPr id="316" name="Google Shape;316;p25"/>
              <p:cNvSpPr/>
              <p:nvPr/>
            </p:nvSpPr>
            <p:spPr>
              <a:xfrm>
                <a:off x="2707406" y="10414654"/>
                <a:ext cx="685800" cy="915932"/>
              </a:xfrm>
              <a:prstGeom prst="upArrow">
                <a:avLst>
                  <a:gd fmla="val 50000" name="adj1"/>
                  <a:gd fmla="val 77451" name="adj2"/>
                </a:avLst>
              </a:prstGeom>
              <a:solidFill>
                <a:schemeClr val="lt1"/>
              </a:solidFill>
              <a:ln>
                <a:noFill/>
              </a:ln>
            </p:spPr>
            <p:txBody>
              <a:bodyPr anchorCtr="0" anchor="ctr" bIns="45700" lIns="91400" spcFirstLastPara="1" rIns="91400"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Calibri"/>
                  <a:ea typeface="Calibri"/>
                  <a:cs typeface="Calibri"/>
                  <a:sym typeface="Calibri"/>
                </a:endParaRPr>
              </a:p>
            </p:txBody>
          </p:sp>
        </p:grpSp>
        <p:cxnSp>
          <p:nvCxnSpPr>
            <p:cNvPr id="317" name="Google Shape;317;p25"/>
            <p:cNvCxnSpPr/>
            <p:nvPr/>
          </p:nvCxnSpPr>
          <p:spPr>
            <a:xfrm>
              <a:off x="1207370" y="9167426"/>
              <a:ext cx="34161261" cy="0"/>
            </a:xfrm>
            <a:prstGeom prst="straightConnector1">
              <a:avLst/>
            </a:prstGeom>
            <a:noFill/>
            <a:ln cap="flat" cmpd="sng" w="9525">
              <a:solidFill>
                <a:schemeClr val="lt1"/>
              </a:solidFill>
              <a:prstDash val="solid"/>
              <a:round/>
              <a:headEnd len="sm" w="sm" type="none"/>
              <a:tailEnd len="sm" w="sm" type="none"/>
            </a:ln>
          </p:spPr>
        </p:cxnSp>
        <p:cxnSp>
          <p:nvCxnSpPr>
            <p:cNvPr id="318" name="Google Shape;318;p25"/>
            <p:cNvCxnSpPr/>
            <p:nvPr/>
          </p:nvCxnSpPr>
          <p:spPr>
            <a:xfrm rot="-5400000">
              <a:off x="8959652" y="12384787"/>
              <a:ext cx="4616232" cy="0"/>
            </a:xfrm>
            <a:prstGeom prst="straightConnector1">
              <a:avLst/>
            </a:prstGeom>
            <a:noFill/>
            <a:ln cap="flat" cmpd="sng" w="9525">
              <a:solidFill>
                <a:schemeClr val="lt1"/>
              </a:solidFill>
              <a:prstDash val="solid"/>
              <a:round/>
              <a:headEnd len="sm" w="sm" type="none"/>
              <a:tailEnd len="sm" w="sm" type="none"/>
            </a:ln>
          </p:spPr>
        </p:cxnSp>
        <p:cxnSp>
          <p:nvCxnSpPr>
            <p:cNvPr id="319" name="Google Shape;319;p25"/>
            <p:cNvCxnSpPr/>
            <p:nvPr/>
          </p:nvCxnSpPr>
          <p:spPr>
            <a:xfrm rot="-5400000">
              <a:off x="19866085" y="12384787"/>
              <a:ext cx="4616232" cy="0"/>
            </a:xfrm>
            <a:prstGeom prst="straightConnector1">
              <a:avLst/>
            </a:prstGeom>
            <a:noFill/>
            <a:ln cap="flat" cmpd="sng" w="9525">
              <a:solidFill>
                <a:schemeClr val="lt1"/>
              </a:solidFill>
              <a:prstDash val="solid"/>
              <a:round/>
              <a:headEnd len="sm" w="sm" type="none"/>
              <a:tailEnd len="sm" w="sm" type="none"/>
            </a:ln>
          </p:spPr>
        </p:cxnSp>
      </p:grpSp>
    </p:spTree>
  </p:cSld>
  <p:clrMapOvr>
    <a:masterClrMapping/>
  </p:clrMapOvr>
  <mc:AlternateContent>
    <mc:Choice Requires="p14">
      <p:transition spd="slow" p14:dur="900">
        <p:fade thruBlk="1"/>
      </p:transition>
    </mc:Choice>
    <mc:Fallback>
      <p:transition spd="slow">
        <p:fade/>
      </p:transition>
    </mc:Fallback>
  </mc:AlternateContent>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Them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