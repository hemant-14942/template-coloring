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20574000" cx="36576000"/>
  <p:notesSz cx="6858000" cy="9144000"/>
  <p:embeddedFontLst>
    <p:embeddedFont>
      <p:font typeface="Poppi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264">
          <p15:clr>
            <a:srgbClr val="A4A3A4"/>
          </p15:clr>
        </p15:guide>
        <p15:guide id="2" pos="5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009B67A-4571-4B0B-BC30-693B253E2A07}">
  <a:tblStyle styleId="{8009B67A-4571-4B0B-BC30-693B253E2A07}"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7E9EC"/>
          </a:solidFill>
        </a:fill>
      </a:tcStyle>
    </a:wholeTbl>
    <a:band1H>
      <a:tcTxStyle b="off" i="off"/>
      <a:tcStyle>
        <a:fill>
          <a:solidFill>
            <a:srgbClr val="CAD1D8"/>
          </a:solidFill>
        </a:fill>
      </a:tcStyle>
    </a:band1H>
    <a:band2H>
      <a:tcTxStyle b="off" i="off"/>
    </a:band2H>
    <a:band1V>
      <a:tcTxStyle b="off" i="off"/>
      <a:tcStyle>
        <a:fill>
          <a:solidFill>
            <a:srgbClr val="CAD1D8"/>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264" orient="horz"/>
        <p:guide pos="552"/>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bold.fntdata"/><Relationship Id="rId11" Type="http://schemas.openxmlformats.org/officeDocument/2006/relationships/slide" Target="slides/slide5.xml"/><Relationship Id="rId22" Type="http://schemas.openxmlformats.org/officeDocument/2006/relationships/font" Target="fonts/Poppins-boldItalic.fntdata"/><Relationship Id="rId10" Type="http://schemas.openxmlformats.org/officeDocument/2006/relationships/slide" Target="slides/slide4.xml"/><Relationship Id="rId21" Type="http://schemas.openxmlformats.org/officeDocument/2006/relationships/font" Target="fonts/Poppins-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Poppins-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36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 name="Google Shape;8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 name="Google Shape;1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1" name="Google Shape;17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0" name="Google Shape;2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 name="Shape 13"/>
        <p:cNvGrpSpPr/>
        <p:nvPr/>
      </p:nvGrpSpPr>
      <p:grpSpPr>
        <a:xfrm>
          <a:off x="0" y="0"/>
          <a:ext cx="0" cy="0"/>
          <a:chOff x="0" y="0"/>
          <a:chExt cx="0" cy="0"/>
        </a:xfrm>
      </p:grpSpPr>
      <p:sp>
        <p:nvSpPr>
          <p:cNvPr id="14" name="Google Shape;14;p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6" name="Google Shape;16;p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extLst>
    <p:ext uri="{DCECCB84-F9BA-43D5-87BE-67443E8EF086}">
      <p15:sldGuideLst>
        <p15:guide id="1" orient="horz" pos="6480">
          <p15:clr>
            <a:srgbClr val="FBAE40"/>
          </p15:clr>
        </p15:guide>
        <p15:guide id="2" pos="115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3"/>
          <p:cNvSpPr txBox="1"/>
          <p:nvPr>
            <p:ph type="ctrTitle"/>
          </p:nvPr>
        </p:nvSpPr>
        <p:spPr>
          <a:xfrm>
            <a:off x="4572000" y="3367089"/>
            <a:ext cx="27432000" cy="71628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18000"/>
              <a:buFont typeface="Play"/>
              <a:buNone/>
              <a:defRPr b="0" i="0" sz="18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9" name="Google Shape;19;p3"/>
          <p:cNvSpPr txBox="1"/>
          <p:nvPr>
            <p:ph idx="1" type="subTitle"/>
          </p:nvPr>
        </p:nvSpPr>
        <p:spPr>
          <a:xfrm>
            <a:off x="4572000" y="10806114"/>
            <a:ext cx="27432000" cy="4967286"/>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3000"/>
              </a:spcBef>
              <a:spcAft>
                <a:spcPts val="0"/>
              </a:spcAft>
              <a:buClr>
                <a:schemeClr val="dk1"/>
              </a:buClr>
              <a:buSzPts val="7200"/>
              <a:buFont typeface="Arial"/>
              <a:buNone/>
              <a:defRPr b="0" i="0" sz="7200" u="none" cap="none" strike="noStrike">
                <a:solidFill>
                  <a:srgbClr val="000000"/>
                </a:solidFill>
                <a:latin typeface="Arial"/>
                <a:ea typeface="Arial"/>
                <a:cs typeface="Arial"/>
                <a:sym typeface="Arial"/>
              </a:defRPr>
            </a:lvl1pPr>
            <a:lvl2pPr lvl="1" marR="0" rtl="0" algn="ctr">
              <a:lnSpc>
                <a:spcPct val="90000"/>
              </a:lnSpc>
              <a:spcBef>
                <a:spcPts val="1500"/>
              </a:spcBef>
              <a:spcAft>
                <a:spcPts val="0"/>
              </a:spcAft>
              <a:buClr>
                <a:schemeClr val="dk1"/>
              </a:buClr>
              <a:buSzPts val="6000"/>
              <a:buFont typeface="Arial"/>
              <a:buNone/>
              <a:defRPr b="0" i="0" sz="6000" u="none" cap="none" strike="noStrike">
                <a:solidFill>
                  <a:srgbClr val="000000"/>
                </a:solidFill>
                <a:latin typeface="Arial"/>
                <a:ea typeface="Arial"/>
                <a:cs typeface="Arial"/>
                <a:sym typeface="Arial"/>
              </a:defRPr>
            </a:lvl2pPr>
            <a:lvl3pPr lvl="2" marR="0" rtl="0" algn="ctr">
              <a:lnSpc>
                <a:spcPct val="90000"/>
              </a:lnSpc>
              <a:spcBef>
                <a:spcPts val="1500"/>
              </a:spcBef>
              <a:spcAft>
                <a:spcPts val="0"/>
              </a:spcAft>
              <a:buClr>
                <a:schemeClr val="dk1"/>
              </a:buClr>
              <a:buSzPts val="5400"/>
              <a:buFont typeface="Arial"/>
              <a:buNone/>
              <a:defRPr b="0" i="0" sz="5400" u="none" cap="none" strike="noStrike">
                <a:solidFill>
                  <a:srgbClr val="000000"/>
                </a:solidFill>
                <a:latin typeface="Arial"/>
                <a:ea typeface="Arial"/>
                <a:cs typeface="Arial"/>
                <a:sym typeface="Arial"/>
              </a:defRPr>
            </a:lvl3pPr>
            <a:lvl4pPr lvl="3"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4pPr>
            <a:lvl5pPr lvl="4"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5pPr>
            <a:lvl6pPr lvl="5"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6pPr>
            <a:lvl7pPr lvl="6"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7pPr>
            <a:lvl8pPr lvl="7"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8pPr>
            <a:lvl9pPr lvl="8" marR="0" rtl="0" algn="ctr">
              <a:lnSpc>
                <a:spcPct val="90000"/>
              </a:lnSpc>
              <a:spcBef>
                <a:spcPts val="15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9pPr>
          </a:lstStyle>
          <a:p/>
        </p:txBody>
      </p:sp>
      <p:sp>
        <p:nvSpPr>
          <p:cNvPr id="20" name="Google Shape;20;p3"/>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1" name="Google Shape;21;p3"/>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2" name="Google Shape;22;p3"/>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4"/>
          <p:cNvSpPr txBox="1"/>
          <p:nvPr>
            <p:ph idx="1" type="body"/>
          </p:nvPr>
        </p:nvSpPr>
        <p:spPr>
          <a:xfrm>
            <a:off x="2514600" y="5476875"/>
            <a:ext cx="31546800" cy="1305401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26" name="Google Shape;26;p4"/>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7" name="Google Shape;27;p4"/>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8" name="Google Shape;28;p4"/>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5"/>
          <p:cNvSpPr txBox="1"/>
          <p:nvPr>
            <p:ph type="title"/>
          </p:nvPr>
        </p:nvSpPr>
        <p:spPr>
          <a:xfrm>
            <a:off x="2495550" y="5129216"/>
            <a:ext cx="31546800" cy="855821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18000"/>
              <a:buFont typeface="Play"/>
              <a:buNone/>
              <a:defRPr b="0" i="0" sz="18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1" name="Google Shape;31;p5"/>
          <p:cNvSpPr txBox="1"/>
          <p:nvPr>
            <p:ph idx="1" type="body"/>
          </p:nvPr>
        </p:nvSpPr>
        <p:spPr>
          <a:xfrm>
            <a:off x="2495550" y="13768391"/>
            <a:ext cx="31546800" cy="4500561"/>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3000"/>
              </a:spcBef>
              <a:spcAft>
                <a:spcPts val="0"/>
              </a:spcAft>
              <a:buClr>
                <a:srgbClr val="757575"/>
              </a:buClr>
              <a:buSzPts val="7200"/>
              <a:buFont typeface="Arial"/>
              <a:buNone/>
              <a:defRPr b="0" i="0" sz="7200" u="none" cap="none" strike="noStrike">
                <a:solidFill>
                  <a:srgbClr val="757575"/>
                </a:solidFill>
                <a:latin typeface="Arial"/>
                <a:ea typeface="Arial"/>
                <a:cs typeface="Arial"/>
                <a:sym typeface="Arial"/>
              </a:defRPr>
            </a:lvl1pPr>
            <a:lvl2pPr indent="-228600" lvl="1" marL="914400" marR="0" rtl="0" algn="l">
              <a:lnSpc>
                <a:spcPct val="90000"/>
              </a:lnSpc>
              <a:spcBef>
                <a:spcPts val="1500"/>
              </a:spcBef>
              <a:spcAft>
                <a:spcPts val="0"/>
              </a:spcAft>
              <a:buClr>
                <a:srgbClr val="757575"/>
              </a:buClr>
              <a:buSzPts val="6000"/>
              <a:buFont typeface="Arial"/>
              <a:buNone/>
              <a:defRPr b="0" i="0" sz="6000" u="none" cap="none" strike="noStrike">
                <a:solidFill>
                  <a:srgbClr val="757575"/>
                </a:solidFill>
                <a:latin typeface="Arial"/>
                <a:ea typeface="Arial"/>
                <a:cs typeface="Arial"/>
                <a:sym typeface="Arial"/>
              </a:defRPr>
            </a:lvl2pPr>
            <a:lvl3pPr indent="-228600" lvl="2" marL="1371600" marR="0" rtl="0" algn="l">
              <a:lnSpc>
                <a:spcPct val="90000"/>
              </a:lnSpc>
              <a:spcBef>
                <a:spcPts val="1500"/>
              </a:spcBef>
              <a:spcAft>
                <a:spcPts val="0"/>
              </a:spcAft>
              <a:buClr>
                <a:srgbClr val="757575"/>
              </a:buClr>
              <a:buSzPts val="5400"/>
              <a:buFont typeface="Arial"/>
              <a:buNone/>
              <a:defRPr b="0" i="0" sz="5400" u="none" cap="none" strike="noStrike">
                <a:solidFill>
                  <a:srgbClr val="757575"/>
                </a:solidFill>
                <a:latin typeface="Arial"/>
                <a:ea typeface="Arial"/>
                <a:cs typeface="Arial"/>
                <a:sym typeface="Arial"/>
              </a:defRPr>
            </a:lvl3pPr>
            <a:lvl4pPr indent="-228600" lvl="3" marL="18288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4pPr>
            <a:lvl5pPr indent="-228600" lvl="4" marL="22860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5pPr>
            <a:lvl6pPr indent="-228600" lvl="5" marL="27432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6pPr>
            <a:lvl7pPr indent="-228600" lvl="6" marL="32004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7pPr>
            <a:lvl8pPr indent="-228600" lvl="7" marL="36576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8pPr>
            <a:lvl9pPr indent="-228600" lvl="8" marL="4114800" marR="0" rtl="0" algn="l">
              <a:lnSpc>
                <a:spcPct val="90000"/>
              </a:lnSpc>
              <a:spcBef>
                <a:spcPts val="1500"/>
              </a:spcBef>
              <a:spcAft>
                <a:spcPts val="0"/>
              </a:spcAft>
              <a:buClr>
                <a:srgbClr val="757575"/>
              </a:buClr>
              <a:buSzPts val="4800"/>
              <a:buFont typeface="Arial"/>
              <a:buNone/>
              <a:defRPr b="0" i="0" sz="4800" u="none" cap="none" strike="noStrike">
                <a:solidFill>
                  <a:srgbClr val="757575"/>
                </a:solidFill>
                <a:latin typeface="Arial"/>
                <a:ea typeface="Arial"/>
                <a:cs typeface="Arial"/>
                <a:sym typeface="Arial"/>
              </a:defRPr>
            </a:lvl9pPr>
          </a:lstStyle>
          <a:p/>
        </p:txBody>
      </p:sp>
      <p:sp>
        <p:nvSpPr>
          <p:cNvPr id="32" name="Google Shape;32;p5"/>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 name="Google Shape;33;p5"/>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4" name="Google Shape;34;p5"/>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6"/>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7" name="Google Shape;37;p6"/>
          <p:cNvSpPr txBox="1"/>
          <p:nvPr>
            <p:ph idx="1" type="body"/>
          </p:nvPr>
        </p:nvSpPr>
        <p:spPr>
          <a:xfrm>
            <a:off x="2514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8" name="Google Shape;38;p6"/>
          <p:cNvSpPr txBox="1"/>
          <p:nvPr>
            <p:ph idx="2" type="body"/>
          </p:nvPr>
        </p:nvSpPr>
        <p:spPr>
          <a:xfrm>
            <a:off x="18516600" y="5476875"/>
            <a:ext cx="15544800" cy="1305401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9" name="Google Shape;39;p6"/>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 name="Google Shape;40;p6"/>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p6"/>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7"/>
          <p:cNvSpPr txBox="1"/>
          <p:nvPr>
            <p:ph type="title"/>
          </p:nvPr>
        </p:nvSpPr>
        <p:spPr>
          <a:xfrm>
            <a:off x="2519364"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p7"/>
          <p:cNvSpPr txBox="1"/>
          <p:nvPr>
            <p:ph idx="1" type="body"/>
          </p:nvPr>
        </p:nvSpPr>
        <p:spPr>
          <a:xfrm>
            <a:off x="2519366" y="5043489"/>
            <a:ext cx="15473361" cy="2471736"/>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3000"/>
              </a:spcBef>
              <a:spcAft>
                <a:spcPts val="0"/>
              </a:spcAft>
              <a:buClr>
                <a:schemeClr val="dk1"/>
              </a:buClr>
              <a:buSzPts val="7200"/>
              <a:buFont typeface="Arial"/>
              <a:buNone/>
              <a:defRPr b="1" i="0" sz="7200" u="none" cap="none" strike="noStrike">
                <a:solidFill>
                  <a:srgbClr val="000000"/>
                </a:solidFill>
                <a:latin typeface="Arial"/>
                <a:ea typeface="Arial"/>
                <a:cs typeface="Arial"/>
                <a:sym typeface="Arial"/>
              </a:defRPr>
            </a:lvl1pPr>
            <a:lvl2pPr indent="-228600" lvl="1" marL="914400" marR="0" rtl="0" algn="l">
              <a:lnSpc>
                <a:spcPct val="90000"/>
              </a:lnSpc>
              <a:spcBef>
                <a:spcPts val="1500"/>
              </a:spcBef>
              <a:spcAft>
                <a:spcPts val="0"/>
              </a:spcAft>
              <a:buClr>
                <a:schemeClr val="dk1"/>
              </a:buClr>
              <a:buSzPts val="6000"/>
              <a:buFont typeface="Arial"/>
              <a:buNone/>
              <a:defRPr b="1" i="0" sz="6000" u="none" cap="none" strike="noStrike">
                <a:solidFill>
                  <a:srgbClr val="000000"/>
                </a:solidFill>
                <a:latin typeface="Arial"/>
                <a:ea typeface="Arial"/>
                <a:cs typeface="Arial"/>
                <a:sym typeface="Arial"/>
              </a:defRPr>
            </a:lvl2pPr>
            <a:lvl3pPr indent="-228600" lvl="2" marL="1371600" marR="0" rtl="0" algn="l">
              <a:lnSpc>
                <a:spcPct val="90000"/>
              </a:lnSpc>
              <a:spcBef>
                <a:spcPts val="1500"/>
              </a:spcBef>
              <a:spcAft>
                <a:spcPts val="0"/>
              </a:spcAft>
              <a:buClr>
                <a:schemeClr val="dk1"/>
              </a:buClr>
              <a:buSzPts val="5400"/>
              <a:buFont typeface="Arial"/>
              <a:buNone/>
              <a:defRPr b="1" i="0" sz="5400" u="none" cap="none" strike="noStrike">
                <a:solidFill>
                  <a:srgbClr val="000000"/>
                </a:solidFill>
                <a:latin typeface="Arial"/>
                <a:ea typeface="Arial"/>
                <a:cs typeface="Arial"/>
                <a:sym typeface="Arial"/>
              </a:defRPr>
            </a:lvl3pPr>
            <a:lvl4pPr indent="-228600" lvl="3" marL="18288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4pPr>
            <a:lvl5pPr indent="-228600" lvl="4" marL="22860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5pPr>
            <a:lvl6pPr indent="-228600" lvl="5" marL="27432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6pPr>
            <a:lvl7pPr indent="-228600" lvl="6" marL="32004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7pPr>
            <a:lvl8pPr indent="-228600" lvl="7" marL="36576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8pPr>
            <a:lvl9pPr indent="-228600" lvl="8" marL="41148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9pPr>
          </a:lstStyle>
          <a:p/>
        </p:txBody>
      </p:sp>
      <p:sp>
        <p:nvSpPr>
          <p:cNvPr id="45" name="Google Shape;45;p7"/>
          <p:cNvSpPr txBox="1"/>
          <p:nvPr>
            <p:ph idx="2" type="body"/>
          </p:nvPr>
        </p:nvSpPr>
        <p:spPr>
          <a:xfrm>
            <a:off x="2519366" y="7515225"/>
            <a:ext cx="15473361" cy="1105376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6" name="Google Shape;46;p7"/>
          <p:cNvSpPr txBox="1"/>
          <p:nvPr>
            <p:ph idx="3" type="body"/>
          </p:nvPr>
        </p:nvSpPr>
        <p:spPr>
          <a:xfrm>
            <a:off x="18516600" y="5043489"/>
            <a:ext cx="15549564" cy="2471736"/>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3000"/>
              </a:spcBef>
              <a:spcAft>
                <a:spcPts val="0"/>
              </a:spcAft>
              <a:buClr>
                <a:schemeClr val="dk1"/>
              </a:buClr>
              <a:buSzPts val="7200"/>
              <a:buFont typeface="Arial"/>
              <a:buNone/>
              <a:defRPr b="1" i="0" sz="7200" u="none" cap="none" strike="noStrike">
                <a:solidFill>
                  <a:srgbClr val="000000"/>
                </a:solidFill>
                <a:latin typeface="Arial"/>
                <a:ea typeface="Arial"/>
                <a:cs typeface="Arial"/>
                <a:sym typeface="Arial"/>
              </a:defRPr>
            </a:lvl1pPr>
            <a:lvl2pPr indent="-228600" lvl="1" marL="914400" marR="0" rtl="0" algn="l">
              <a:lnSpc>
                <a:spcPct val="90000"/>
              </a:lnSpc>
              <a:spcBef>
                <a:spcPts val="1500"/>
              </a:spcBef>
              <a:spcAft>
                <a:spcPts val="0"/>
              </a:spcAft>
              <a:buClr>
                <a:schemeClr val="dk1"/>
              </a:buClr>
              <a:buSzPts val="6000"/>
              <a:buFont typeface="Arial"/>
              <a:buNone/>
              <a:defRPr b="1" i="0" sz="6000" u="none" cap="none" strike="noStrike">
                <a:solidFill>
                  <a:srgbClr val="000000"/>
                </a:solidFill>
                <a:latin typeface="Arial"/>
                <a:ea typeface="Arial"/>
                <a:cs typeface="Arial"/>
                <a:sym typeface="Arial"/>
              </a:defRPr>
            </a:lvl2pPr>
            <a:lvl3pPr indent="-228600" lvl="2" marL="1371600" marR="0" rtl="0" algn="l">
              <a:lnSpc>
                <a:spcPct val="90000"/>
              </a:lnSpc>
              <a:spcBef>
                <a:spcPts val="1500"/>
              </a:spcBef>
              <a:spcAft>
                <a:spcPts val="0"/>
              </a:spcAft>
              <a:buClr>
                <a:schemeClr val="dk1"/>
              </a:buClr>
              <a:buSzPts val="5400"/>
              <a:buFont typeface="Arial"/>
              <a:buNone/>
              <a:defRPr b="1" i="0" sz="5400" u="none" cap="none" strike="noStrike">
                <a:solidFill>
                  <a:srgbClr val="000000"/>
                </a:solidFill>
                <a:latin typeface="Arial"/>
                <a:ea typeface="Arial"/>
                <a:cs typeface="Arial"/>
                <a:sym typeface="Arial"/>
              </a:defRPr>
            </a:lvl3pPr>
            <a:lvl4pPr indent="-228600" lvl="3" marL="18288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4pPr>
            <a:lvl5pPr indent="-228600" lvl="4" marL="22860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5pPr>
            <a:lvl6pPr indent="-228600" lvl="5" marL="27432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6pPr>
            <a:lvl7pPr indent="-228600" lvl="6" marL="32004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7pPr>
            <a:lvl8pPr indent="-228600" lvl="7" marL="36576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8pPr>
            <a:lvl9pPr indent="-228600" lvl="8" marL="4114800" marR="0" rtl="0" algn="l">
              <a:lnSpc>
                <a:spcPct val="90000"/>
              </a:lnSpc>
              <a:spcBef>
                <a:spcPts val="1500"/>
              </a:spcBef>
              <a:spcAft>
                <a:spcPts val="0"/>
              </a:spcAft>
              <a:buClr>
                <a:schemeClr val="dk1"/>
              </a:buClr>
              <a:buSzPts val="4800"/>
              <a:buFont typeface="Arial"/>
              <a:buNone/>
              <a:defRPr b="1" i="0" sz="4800" u="none" cap="none" strike="noStrike">
                <a:solidFill>
                  <a:srgbClr val="000000"/>
                </a:solidFill>
                <a:latin typeface="Arial"/>
                <a:ea typeface="Arial"/>
                <a:cs typeface="Arial"/>
                <a:sym typeface="Arial"/>
              </a:defRPr>
            </a:lvl9pPr>
          </a:lstStyle>
          <a:p/>
        </p:txBody>
      </p:sp>
      <p:sp>
        <p:nvSpPr>
          <p:cNvPr id="47" name="Google Shape;47;p7"/>
          <p:cNvSpPr txBox="1"/>
          <p:nvPr>
            <p:ph idx="4" type="body"/>
          </p:nvPr>
        </p:nvSpPr>
        <p:spPr>
          <a:xfrm>
            <a:off x="18516600" y="7515225"/>
            <a:ext cx="15549564" cy="11053764"/>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8" name="Google Shape;48;p7"/>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9" name="Google Shape;49;p7"/>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p7"/>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8"/>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 name="Google Shape;53;p8"/>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8"/>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5" name="Google Shape;55;p8"/>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9"/>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9600"/>
              <a:buFont typeface="Play"/>
              <a:buNone/>
              <a:defRPr b="0" i="0" sz="9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9"/>
          <p:cNvSpPr txBox="1"/>
          <p:nvPr>
            <p:ph idx="1" type="body"/>
          </p:nvPr>
        </p:nvSpPr>
        <p:spPr>
          <a:xfrm>
            <a:off x="15549564" y="2962277"/>
            <a:ext cx="18516600" cy="14620875"/>
          </a:xfrm>
          <a:prstGeom prst="rect">
            <a:avLst/>
          </a:prstGeom>
          <a:noFill/>
          <a:ln>
            <a:noFill/>
          </a:ln>
        </p:spPr>
        <p:txBody>
          <a:bodyPr anchorCtr="0" anchor="t" bIns="45700" lIns="91425" spcFirstLastPara="1" rIns="91425" wrap="square" tIns="45700">
            <a:normAutofit/>
          </a:bodyPr>
          <a:lstStyle>
            <a:lvl1pPr indent="-838200" lvl="0" marL="457200" marR="0" rtl="0" algn="l">
              <a:lnSpc>
                <a:spcPct val="90000"/>
              </a:lnSpc>
              <a:spcBef>
                <a:spcPts val="3000"/>
              </a:spcBef>
              <a:spcAft>
                <a:spcPts val="0"/>
              </a:spcAft>
              <a:buClr>
                <a:schemeClr val="dk1"/>
              </a:buClr>
              <a:buSzPts val="9600"/>
              <a:buFont typeface="Arial"/>
              <a:buChar char="•"/>
              <a:defRPr b="0" i="0" sz="9600" u="none" cap="none" strike="noStrike">
                <a:solidFill>
                  <a:srgbClr val="000000"/>
                </a:solidFill>
                <a:latin typeface="Arial"/>
                <a:ea typeface="Arial"/>
                <a:cs typeface="Arial"/>
                <a:sym typeface="Arial"/>
              </a:defRPr>
            </a:lvl1pPr>
            <a:lvl2pPr indent="-762000" lvl="1" marL="914400" marR="0" rtl="0" algn="l">
              <a:lnSpc>
                <a:spcPct val="90000"/>
              </a:lnSpc>
              <a:spcBef>
                <a:spcPts val="1500"/>
              </a:spcBef>
              <a:spcAft>
                <a:spcPts val="0"/>
              </a:spcAft>
              <a:buClr>
                <a:schemeClr val="dk1"/>
              </a:buClr>
              <a:buSzPts val="8400"/>
              <a:buFont typeface="Arial"/>
              <a:buChar char="•"/>
              <a:defRPr b="0" i="0" sz="8400" u="none" cap="none" strike="noStrike">
                <a:solidFill>
                  <a:srgbClr val="000000"/>
                </a:solidFill>
                <a:latin typeface="Arial"/>
                <a:ea typeface="Arial"/>
                <a:cs typeface="Arial"/>
                <a:sym typeface="Arial"/>
              </a:defRPr>
            </a:lvl2pPr>
            <a:lvl3pPr indent="-685800" lvl="2" marL="1371600" marR="0" rtl="0" algn="l">
              <a:lnSpc>
                <a:spcPct val="90000"/>
              </a:lnSpc>
              <a:spcBef>
                <a:spcPts val="1500"/>
              </a:spcBef>
              <a:spcAft>
                <a:spcPts val="0"/>
              </a:spcAft>
              <a:buClr>
                <a:schemeClr val="dk1"/>
              </a:buClr>
              <a:buSzPts val="7200"/>
              <a:buFont typeface="Arial"/>
              <a:buChar char="•"/>
              <a:defRPr b="0" i="0" sz="7200" u="none" cap="none" strike="noStrike">
                <a:solidFill>
                  <a:srgbClr val="000000"/>
                </a:solidFill>
                <a:latin typeface="Arial"/>
                <a:ea typeface="Arial"/>
                <a:cs typeface="Arial"/>
                <a:sym typeface="Arial"/>
              </a:defRPr>
            </a:lvl3pPr>
            <a:lvl4pPr indent="-609600" lvl="3" marL="18288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4pPr>
            <a:lvl5pPr indent="-609600" lvl="4" marL="22860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5pPr>
            <a:lvl6pPr indent="-609600" lvl="5" marL="27432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6pPr>
            <a:lvl7pPr indent="-609600" lvl="6" marL="32004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7pPr>
            <a:lvl8pPr indent="-609600" lvl="7" marL="36576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8pPr>
            <a:lvl9pPr indent="-609600" lvl="8" marL="4114800" marR="0" rtl="0" algn="l">
              <a:lnSpc>
                <a:spcPct val="90000"/>
              </a:lnSpc>
              <a:spcBef>
                <a:spcPts val="1500"/>
              </a:spcBef>
              <a:spcAft>
                <a:spcPts val="0"/>
              </a:spcAft>
              <a:buClr>
                <a:schemeClr val="dk1"/>
              </a:buClr>
              <a:buSzPts val="6000"/>
              <a:buFont typeface="Arial"/>
              <a:buChar char="•"/>
              <a:defRPr b="0" i="0" sz="6000" u="none" cap="none" strike="noStrike">
                <a:solidFill>
                  <a:srgbClr val="000000"/>
                </a:solidFill>
                <a:latin typeface="Arial"/>
                <a:ea typeface="Arial"/>
                <a:cs typeface="Arial"/>
                <a:sym typeface="Arial"/>
              </a:defRPr>
            </a:lvl9pPr>
          </a:lstStyle>
          <a:p/>
        </p:txBody>
      </p:sp>
      <p:sp>
        <p:nvSpPr>
          <p:cNvPr id="59" name="Google Shape;59;p9"/>
          <p:cNvSpPr txBox="1"/>
          <p:nvPr>
            <p:ph idx="2"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30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1pPr>
            <a:lvl2pPr indent="-228600" lvl="1" marL="914400" marR="0" rtl="0" algn="l">
              <a:lnSpc>
                <a:spcPct val="90000"/>
              </a:lnSpc>
              <a:spcBef>
                <a:spcPts val="1500"/>
              </a:spcBef>
              <a:spcAft>
                <a:spcPts val="0"/>
              </a:spcAft>
              <a:buClr>
                <a:schemeClr val="dk1"/>
              </a:buClr>
              <a:buSzPts val="4200"/>
              <a:buFont typeface="Arial"/>
              <a:buNone/>
              <a:defRPr b="0" i="0" sz="4200" u="none" cap="none" strike="noStrike">
                <a:solidFill>
                  <a:srgbClr val="000000"/>
                </a:solidFill>
                <a:latin typeface="Arial"/>
                <a:ea typeface="Arial"/>
                <a:cs typeface="Arial"/>
                <a:sym typeface="Arial"/>
              </a:defRPr>
            </a:lvl2pPr>
            <a:lvl3pPr indent="-228600" lvl="2" marL="1371600" marR="0" rtl="0" algn="l">
              <a:lnSpc>
                <a:spcPct val="90000"/>
              </a:lnSpc>
              <a:spcBef>
                <a:spcPts val="1500"/>
              </a:spcBef>
              <a:spcAft>
                <a:spcPts val="0"/>
              </a:spcAft>
              <a:buClr>
                <a:schemeClr val="dk1"/>
              </a:buClr>
              <a:buSzPts val="36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4pPr>
            <a:lvl5pPr indent="-228600" lvl="4" marL="22860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5pPr>
            <a:lvl6pPr indent="-228600" lvl="5" marL="27432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6pPr>
            <a:lvl7pPr indent="-228600" lvl="6" marL="32004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7pPr>
            <a:lvl8pPr indent="-228600" lvl="7" marL="36576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8pPr>
            <a:lvl9pPr indent="-228600" lvl="8" marL="41148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9pPr>
          </a:lstStyle>
          <a:p/>
        </p:txBody>
      </p:sp>
      <p:sp>
        <p:nvSpPr>
          <p:cNvPr id="60" name="Google Shape;60;p9"/>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9"/>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2" name="Google Shape;62;p9"/>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0"/>
          <p:cNvSpPr txBox="1"/>
          <p:nvPr>
            <p:ph type="title"/>
          </p:nvPr>
        </p:nvSpPr>
        <p:spPr>
          <a:xfrm>
            <a:off x="2519366" y="1371600"/>
            <a:ext cx="11796711" cy="48006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9600"/>
              <a:buFont typeface="Play"/>
              <a:buNone/>
              <a:defRPr b="0" i="0" sz="9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p10"/>
          <p:cNvSpPr/>
          <p:nvPr>
            <p:ph idx="2" type="pic"/>
          </p:nvPr>
        </p:nvSpPr>
        <p:spPr>
          <a:xfrm>
            <a:off x="15549564" y="2962277"/>
            <a:ext cx="18516600" cy="14620875"/>
          </a:xfrm>
          <a:prstGeom prst="rect">
            <a:avLst/>
          </a:prstGeom>
          <a:noFill/>
          <a:ln>
            <a:noFill/>
          </a:ln>
        </p:spPr>
      </p:sp>
      <p:sp>
        <p:nvSpPr>
          <p:cNvPr id="66" name="Google Shape;66;p10"/>
          <p:cNvSpPr txBox="1"/>
          <p:nvPr>
            <p:ph idx="1" type="body"/>
          </p:nvPr>
        </p:nvSpPr>
        <p:spPr>
          <a:xfrm>
            <a:off x="2519366" y="6172200"/>
            <a:ext cx="11796711" cy="1143476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3000"/>
              </a:spcBef>
              <a:spcAft>
                <a:spcPts val="0"/>
              </a:spcAft>
              <a:buClr>
                <a:schemeClr val="dk1"/>
              </a:buClr>
              <a:buSzPts val="4800"/>
              <a:buFont typeface="Arial"/>
              <a:buNone/>
              <a:defRPr b="0" i="0" sz="4800" u="none" cap="none" strike="noStrike">
                <a:solidFill>
                  <a:srgbClr val="000000"/>
                </a:solidFill>
                <a:latin typeface="Arial"/>
                <a:ea typeface="Arial"/>
                <a:cs typeface="Arial"/>
                <a:sym typeface="Arial"/>
              </a:defRPr>
            </a:lvl1pPr>
            <a:lvl2pPr indent="-228600" lvl="1" marL="914400" marR="0" rtl="0" algn="l">
              <a:lnSpc>
                <a:spcPct val="90000"/>
              </a:lnSpc>
              <a:spcBef>
                <a:spcPts val="1500"/>
              </a:spcBef>
              <a:spcAft>
                <a:spcPts val="0"/>
              </a:spcAft>
              <a:buClr>
                <a:schemeClr val="dk1"/>
              </a:buClr>
              <a:buSzPts val="4200"/>
              <a:buFont typeface="Arial"/>
              <a:buNone/>
              <a:defRPr b="0" i="0" sz="4200" u="none" cap="none" strike="noStrike">
                <a:solidFill>
                  <a:srgbClr val="000000"/>
                </a:solidFill>
                <a:latin typeface="Arial"/>
                <a:ea typeface="Arial"/>
                <a:cs typeface="Arial"/>
                <a:sym typeface="Arial"/>
              </a:defRPr>
            </a:lvl2pPr>
            <a:lvl3pPr indent="-228600" lvl="2" marL="1371600" marR="0" rtl="0" algn="l">
              <a:lnSpc>
                <a:spcPct val="90000"/>
              </a:lnSpc>
              <a:spcBef>
                <a:spcPts val="1500"/>
              </a:spcBef>
              <a:spcAft>
                <a:spcPts val="0"/>
              </a:spcAft>
              <a:buClr>
                <a:schemeClr val="dk1"/>
              </a:buClr>
              <a:buSzPts val="36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4pPr>
            <a:lvl5pPr indent="-228600" lvl="4" marL="22860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5pPr>
            <a:lvl6pPr indent="-228600" lvl="5" marL="27432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6pPr>
            <a:lvl7pPr indent="-228600" lvl="6" marL="32004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7pPr>
            <a:lvl8pPr indent="-228600" lvl="7" marL="36576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8pPr>
            <a:lvl9pPr indent="-228600" lvl="8" marL="4114800" marR="0" rtl="0" algn="l">
              <a:lnSpc>
                <a:spcPct val="90000"/>
              </a:lnSpc>
              <a:spcBef>
                <a:spcPts val="1500"/>
              </a:spcBef>
              <a:spcAft>
                <a:spcPts val="0"/>
              </a:spcAft>
              <a:buClr>
                <a:schemeClr val="dk1"/>
              </a:buClr>
              <a:buSzPts val="3000"/>
              <a:buFont typeface="Arial"/>
              <a:buNone/>
              <a:defRPr b="0" i="0" sz="3000" u="none" cap="none" strike="noStrike">
                <a:solidFill>
                  <a:srgbClr val="000000"/>
                </a:solidFill>
                <a:latin typeface="Arial"/>
                <a:ea typeface="Arial"/>
                <a:cs typeface="Arial"/>
                <a:sym typeface="Arial"/>
              </a:defRPr>
            </a:lvl9pPr>
          </a:lstStyle>
          <a:p/>
        </p:txBody>
      </p:sp>
      <p:sp>
        <p:nvSpPr>
          <p:cNvPr id="67" name="Google Shape;67;p10"/>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10"/>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9" name="Google Shape;69;p10"/>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1"/>
          <p:cNvSpPr txBox="1"/>
          <p:nvPr>
            <p:ph type="title"/>
          </p:nvPr>
        </p:nvSpPr>
        <p:spPr>
          <a:xfrm>
            <a:off x="2514600" y="1095377"/>
            <a:ext cx="31546800" cy="3976689"/>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2" name="Google Shape;72;p11"/>
          <p:cNvSpPr txBox="1"/>
          <p:nvPr>
            <p:ph idx="1" type="body"/>
          </p:nvPr>
        </p:nvSpPr>
        <p:spPr>
          <a:xfrm rot="5400000">
            <a:off x="11760993" y="-3769518"/>
            <a:ext cx="13054014" cy="315468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73" name="Google Shape;73;p11"/>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 name="Google Shape;74;p11"/>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5" name="Google Shape;75;p11"/>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2"/>
          <p:cNvSpPr txBox="1"/>
          <p:nvPr>
            <p:ph type="title"/>
          </p:nvPr>
        </p:nvSpPr>
        <p:spPr>
          <a:xfrm rot="5400000">
            <a:off x="21400293" y="5869782"/>
            <a:ext cx="17435514" cy="78867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8" name="Google Shape;78;p12"/>
          <p:cNvSpPr txBox="1"/>
          <p:nvPr>
            <p:ph idx="1" type="body"/>
          </p:nvPr>
        </p:nvSpPr>
        <p:spPr>
          <a:xfrm rot="5400000">
            <a:off x="5398293" y="-1788318"/>
            <a:ext cx="17435514" cy="232029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3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1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79" name="Google Shape;79;p12"/>
          <p:cNvSpPr txBox="1"/>
          <p:nvPr>
            <p:ph idx="10" type="dt"/>
          </p:nvPr>
        </p:nvSpPr>
        <p:spPr>
          <a:xfrm>
            <a:off x="2514600" y="19069052"/>
            <a:ext cx="8229600" cy="109537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0" name="Google Shape;80;p12"/>
          <p:cNvSpPr txBox="1"/>
          <p:nvPr>
            <p:ph idx="11" type="ftr"/>
          </p:nvPr>
        </p:nvSpPr>
        <p:spPr>
          <a:xfrm>
            <a:off x="12115800" y="19069052"/>
            <a:ext cx="12344400" cy="109537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1" name="Google Shape;81;p12"/>
          <p:cNvSpPr txBox="1"/>
          <p:nvPr>
            <p:ph idx="12" type="sldNum"/>
          </p:nvPr>
        </p:nvSpPr>
        <p:spPr>
          <a:xfrm>
            <a:off x="25831800" y="19069052"/>
            <a:ext cx="8229600" cy="109537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3600"/>
              <a:buFont typeface="Arial"/>
              <a:buNone/>
              <a:defRPr b="0" i="0" sz="36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mc:AlternateContent>
    <mc:Choice Requires="p14">
      <p:transition spd="slow" p14:dur="900">
        <p:fade thruBlk="1"/>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grpSp>
        <p:nvGrpSpPr>
          <p:cNvPr id="10" name="Google Shape;10;p1"/>
          <p:cNvGrpSpPr/>
          <p:nvPr/>
        </p:nvGrpSpPr>
        <p:grpSpPr>
          <a:xfrm>
            <a:off x="34154799" y="-412957"/>
            <a:ext cx="2057358" cy="2669535"/>
            <a:chOff x="11306724" y="96065"/>
            <a:chExt cx="685786" cy="889845"/>
          </a:xfrm>
        </p:grpSpPr>
        <p:sp>
          <p:nvSpPr>
            <p:cNvPr id="11" name="Google Shape;11;p1"/>
            <p:cNvSpPr/>
            <p:nvPr/>
          </p:nvSpPr>
          <p:spPr>
            <a:xfrm flipH="1" rot="10800000">
              <a:off x="11306724" y="96065"/>
              <a:ext cx="685786" cy="889845"/>
            </a:xfrm>
            <a:prstGeom prst="round2SameRect">
              <a:avLst>
                <a:gd fmla="val 50000" name="adj1"/>
                <a:gd fmla="val 0" name="adj2"/>
              </a:avLst>
            </a:prstGeom>
            <a:solidFill>
              <a:schemeClr val="lt1"/>
            </a:solidFill>
            <a:ln>
              <a:noFill/>
            </a:ln>
            <a:effectLst>
              <a:outerShdw blurRad="50800" rotWithShape="0" algn="t" dir="5400000" dist="38100">
                <a:srgbClr val="000000">
                  <a:alpha val="6941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200"/>
                <a:buFont typeface="Arial"/>
                <a:buNone/>
              </a:pPr>
              <a:r>
                <a:t/>
              </a:r>
              <a:endParaRPr b="0" i="0" sz="16200" u="none" cap="none" strike="noStrike">
                <a:solidFill>
                  <a:schemeClr val="lt1"/>
                </a:solidFill>
                <a:latin typeface="Arial"/>
                <a:ea typeface="Arial"/>
                <a:cs typeface="Arial"/>
                <a:sym typeface="Arial"/>
              </a:endParaRPr>
            </a:p>
          </p:txBody>
        </p:sp>
        <p:pic>
          <p:nvPicPr>
            <p:cNvPr id="12" name="Google Shape;12;p1"/>
            <p:cNvPicPr preferRelativeResize="0"/>
            <p:nvPr/>
          </p:nvPicPr>
          <p:blipFill rotWithShape="1">
            <a:blip r:embed="rId1">
              <a:alphaModFix/>
            </a:blip>
            <a:srcRect b="9836" l="8081" r="10621" t="7836"/>
            <a:stretch/>
          </p:blipFill>
          <p:spPr>
            <a:xfrm>
              <a:off x="11373763" y="365125"/>
              <a:ext cx="551707" cy="546550"/>
            </a:xfrm>
            <a:prstGeom prst="ellipse">
              <a:avLst/>
            </a:prstGeom>
            <a:noFill/>
            <a:ln>
              <a:noFill/>
            </a:ln>
          </p:spPr>
        </p:pic>
      </p:gr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900">
        <p:fade thruBlk="1"/>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6480">
          <p15:clr>
            <a:srgbClr val="F26B43"/>
          </p15:clr>
        </p15:guide>
        <p15:guide id="2" pos="1152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6" name="Shape 86"/>
        <p:cNvGrpSpPr/>
        <p:nvPr/>
      </p:nvGrpSpPr>
      <p:grpSpPr>
        <a:xfrm>
          <a:off x="0" y="0"/>
          <a:ext cx="0" cy="0"/>
          <a:chOff x="0" y="0"/>
          <a:chExt cx="0" cy="0"/>
        </a:xfrm>
      </p:grpSpPr>
      <p:grpSp>
        <p:nvGrpSpPr>
          <p:cNvPr id="87" name="Google Shape;87;p13"/>
          <p:cNvGrpSpPr/>
          <p:nvPr/>
        </p:nvGrpSpPr>
        <p:grpSpPr>
          <a:xfrm>
            <a:off x="185330" y="-803658"/>
            <a:ext cx="18840089" cy="6019512"/>
            <a:chOff x="185330" y="-803658"/>
            <a:chExt cx="18840089" cy="6019512"/>
          </a:xfrm>
        </p:grpSpPr>
        <p:sp>
          <p:nvSpPr>
            <p:cNvPr id="88" name="Google Shape;88;p13"/>
            <p:cNvSpPr/>
            <p:nvPr/>
          </p:nvSpPr>
          <p:spPr>
            <a:xfrm>
              <a:off x="1780335" y="843803"/>
              <a:ext cx="17245084"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9" name="Google Shape;89;p13"/>
            <p:cNvSpPr txBox="1"/>
            <p:nvPr/>
          </p:nvSpPr>
          <p:spPr>
            <a:xfrm>
              <a:off x="5345559" y="1525636"/>
              <a:ext cx="13178415"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Recap of previous lecture</a:t>
              </a:r>
              <a:endParaRPr b="0" i="0" sz="1400" u="none" cap="none" strike="noStrike">
                <a:solidFill>
                  <a:srgbClr val="000000"/>
                </a:solidFill>
                <a:latin typeface="Arial"/>
                <a:ea typeface="Arial"/>
                <a:cs typeface="Arial"/>
                <a:sym typeface="Arial"/>
              </a:endParaRPr>
            </a:p>
          </p:txBody>
        </p:sp>
        <p:pic>
          <p:nvPicPr>
            <p:cNvPr id="90" name="Google Shape;90;p13"/>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grpSp>
        <p:nvGrpSpPr>
          <p:cNvPr id="91" name="Google Shape;91;p13"/>
          <p:cNvGrpSpPr/>
          <p:nvPr/>
        </p:nvGrpSpPr>
        <p:grpSpPr>
          <a:xfrm>
            <a:off x="990885" y="6664982"/>
            <a:ext cx="2393427" cy="2393427"/>
            <a:chOff x="990885" y="6664982"/>
            <a:chExt cx="2393427" cy="2393427"/>
          </a:xfrm>
        </p:grpSpPr>
        <p:sp>
          <p:nvSpPr>
            <p:cNvPr id="92" name="Google Shape;92;p13"/>
            <p:cNvSpPr/>
            <p:nvPr/>
          </p:nvSpPr>
          <p:spPr>
            <a:xfrm flipH="1" rot="-5400000">
              <a:off x="990885" y="6664982"/>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3" name="Google Shape;93;p13"/>
            <p:cNvSpPr/>
            <p:nvPr/>
          </p:nvSpPr>
          <p:spPr>
            <a:xfrm>
              <a:off x="1370654" y="7090316"/>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4" name="Google Shape;94;p13"/>
            <p:cNvSpPr txBox="1"/>
            <p:nvPr/>
          </p:nvSpPr>
          <p:spPr>
            <a:xfrm>
              <a:off x="1435956" y="719648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grpSp>
      <p:grpSp>
        <p:nvGrpSpPr>
          <p:cNvPr id="95" name="Google Shape;95;p13"/>
          <p:cNvGrpSpPr/>
          <p:nvPr/>
        </p:nvGrpSpPr>
        <p:grpSpPr>
          <a:xfrm>
            <a:off x="990885" y="9148408"/>
            <a:ext cx="2393427" cy="2393427"/>
            <a:chOff x="990885" y="9197383"/>
            <a:chExt cx="2393427" cy="2393427"/>
          </a:xfrm>
        </p:grpSpPr>
        <p:sp>
          <p:nvSpPr>
            <p:cNvPr id="96" name="Google Shape;96;p13"/>
            <p:cNvSpPr/>
            <p:nvPr/>
          </p:nvSpPr>
          <p:spPr>
            <a:xfrm flipH="1" rot="-5400000">
              <a:off x="990885" y="9197383"/>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97" name="Google Shape;97;p13"/>
            <p:cNvSpPr/>
            <p:nvPr/>
          </p:nvSpPr>
          <p:spPr>
            <a:xfrm>
              <a:off x="1370654" y="9595427"/>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8" name="Google Shape;98;p13"/>
            <p:cNvSpPr txBox="1"/>
            <p:nvPr/>
          </p:nvSpPr>
          <p:spPr>
            <a:xfrm>
              <a:off x="1435956" y="970159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grpSp>
      <p:grpSp>
        <p:nvGrpSpPr>
          <p:cNvPr id="99" name="Google Shape;99;p13"/>
          <p:cNvGrpSpPr/>
          <p:nvPr/>
        </p:nvGrpSpPr>
        <p:grpSpPr>
          <a:xfrm>
            <a:off x="990885" y="11631834"/>
            <a:ext cx="2393427" cy="2393427"/>
            <a:chOff x="990885" y="11656321"/>
            <a:chExt cx="2393427" cy="2393427"/>
          </a:xfrm>
        </p:grpSpPr>
        <p:sp>
          <p:nvSpPr>
            <p:cNvPr id="100" name="Google Shape;100;p13"/>
            <p:cNvSpPr/>
            <p:nvPr/>
          </p:nvSpPr>
          <p:spPr>
            <a:xfrm flipH="1" rot="-5400000">
              <a:off x="990885" y="11656321"/>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1" name="Google Shape;101;p13"/>
            <p:cNvSpPr/>
            <p:nvPr/>
          </p:nvSpPr>
          <p:spPr>
            <a:xfrm>
              <a:off x="1370654" y="12100538"/>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2" name="Google Shape;102;p13"/>
            <p:cNvSpPr txBox="1"/>
            <p:nvPr/>
          </p:nvSpPr>
          <p:spPr>
            <a:xfrm>
              <a:off x="1435956" y="12206708"/>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grpSp>
      <p:grpSp>
        <p:nvGrpSpPr>
          <p:cNvPr id="103" name="Google Shape;103;p13"/>
          <p:cNvGrpSpPr/>
          <p:nvPr/>
        </p:nvGrpSpPr>
        <p:grpSpPr>
          <a:xfrm>
            <a:off x="990885" y="14115259"/>
            <a:ext cx="2393427" cy="2393427"/>
            <a:chOff x="990885" y="14115259"/>
            <a:chExt cx="2393427" cy="2393427"/>
          </a:xfrm>
        </p:grpSpPr>
        <p:sp>
          <p:nvSpPr>
            <p:cNvPr id="104" name="Google Shape;104;p13"/>
            <p:cNvSpPr/>
            <p:nvPr/>
          </p:nvSpPr>
          <p:spPr>
            <a:xfrm flipH="1" rot="-5400000">
              <a:off x="990885" y="14115259"/>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05" name="Google Shape;105;p13"/>
            <p:cNvSpPr/>
            <p:nvPr/>
          </p:nvSpPr>
          <p:spPr>
            <a:xfrm>
              <a:off x="1370654" y="14605649"/>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6" name="Google Shape;106;p13"/>
            <p:cNvSpPr txBox="1"/>
            <p:nvPr/>
          </p:nvSpPr>
          <p:spPr>
            <a:xfrm>
              <a:off x="1435956" y="14711819"/>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grpSp>
      <p:sp>
        <p:nvSpPr>
          <p:cNvPr id="107" name="Google Shape;107;p13"/>
          <p:cNvSpPr txBox="1"/>
          <p:nvPr/>
        </p:nvSpPr>
        <p:spPr>
          <a:xfrm>
            <a:off x="4238889" y="7353864"/>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08" name="Google Shape;108;p13"/>
          <p:cNvSpPr txBox="1"/>
          <p:nvPr/>
        </p:nvSpPr>
        <p:spPr>
          <a:xfrm>
            <a:off x="4238889" y="9837290"/>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09" name="Google Shape;109;p13"/>
          <p:cNvSpPr txBox="1"/>
          <p:nvPr/>
        </p:nvSpPr>
        <p:spPr>
          <a:xfrm>
            <a:off x="4238889" y="12320716"/>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10" name="Google Shape;110;p13"/>
          <p:cNvSpPr txBox="1"/>
          <p:nvPr/>
        </p:nvSpPr>
        <p:spPr>
          <a:xfrm>
            <a:off x="4238889" y="14804141"/>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900">
        <p:fade thruBlk="1"/>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5" name="Shape 115"/>
        <p:cNvGrpSpPr/>
        <p:nvPr/>
      </p:nvGrpSpPr>
      <p:grpSpPr>
        <a:xfrm>
          <a:off x="0" y="0"/>
          <a:ext cx="0" cy="0"/>
          <a:chOff x="0" y="0"/>
          <a:chExt cx="0" cy="0"/>
        </a:xfrm>
      </p:grpSpPr>
      <p:grpSp>
        <p:nvGrpSpPr>
          <p:cNvPr id="116" name="Google Shape;116;p14"/>
          <p:cNvGrpSpPr/>
          <p:nvPr/>
        </p:nvGrpSpPr>
        <p:grpSpPr>
          <a:xfrm>
            <a:off x="185330" y="-803658"/>
            <a:ext cx="16059754" cy="6019512"/>
            <a:chOff x="185330" y="-803658"/>
            <a:chExt cx="16059754" cy="6019512"/>
          </a:xfrm>
        </p:grpSpPr>
        <p:sp>
          <p:nvSpPr>
            <p:cNvPr id="117" name="Google Shape;117;p14"/>
            <p:cNvSpPr/>
            <p:nvPr/>
          </p:nvSpPr>
          <p:spPr>
            <a:xfrm>
              <a:off x="1780335" y="843803"/>
              <a:ext cx="14464749"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18" name="Google Shape;118;p14"/>
            <p:cNvSpPr txBox="1"/>
            <p:nvPr/>
          </p:nvSpPr>
          <p:spPr>
            <a:xfrm>
              <a:off x="5345559" y="1525636"/>
              <a:ext cx="10641693"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Topics to be covered</a:t>
              </a:r>
              <a:endParaRPr b="0" i="0" sz="1400" u="none" cap="none" strike="noStrike">
                <a:solidFill>
                  <a:srgbClr val="000000"/>
                </a:solidFill>
                <a:latin typeface="Arial"/>
                <a:ea typeface="Arial"/>
                <a:cs typeface="Arial"/>
                <a:sym typeface="Arial"/>
              </a:endParaRPr>
            </a:p>
          </p:txBody>
        </p:sp>
        <p:pic>
          <p:nvPicPr>
            <p:cNvPr id="119" name="Google Shape;119;p14"/>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grpSp>
        <p:nvGrpSpPr>
          <p:cNvPr id="120" name="Google Shape;120;p14"/>
          <p:cNvGrpSpPr/>
          <p:nvPr/>
        </p:nvGrpSpPr>
        <p:grpSpPr>
          <a:xfrm>
            <a:off x="990885" y="6664982"/>
            <a:ext cx="2393427" cy="2393427"/>
            <a:chOff x="990885" y="6664982"/>
            <a:chExt cx="2393427" cy="2393427"/>
          </a:xfrm>
        </p:grpSpPr>
        <p:sp>
          <p:nvSpPr>
            <p:cNvPr id="121" name="Google Shape;121;p14"/>
            <p:cNvSpPr/>
            <p:nvPr/>
          </p:nvSpPr>
          <p:spPr>
            <a:xfrm flipH="1" rot="-5400000">
              <a:off x="990885" y="6664982"/>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2" name="Google Shape;122;p14"/>
            <p:cNvSpPr/>
            <p:nvPr/>
          </p:nvSpPr>
          <p:spPr>
            <a:xfrm>
              <a:off x="1370654" y="7090316"/>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3" name="Google Shape;123;p14"/>
            <p:cNvSpPr txBox="1"/>
            <p:nvPr/>
          </p:nvSpPr>
          <p:spPr>
            <a:xfrm>
              <a:off x="1435956" y="7196486"/>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grpSp>
      <p:grpSp>
        <p:nvGrpSpPr>
          <p:cNvPr id="124" name="Google Shape;124;p14"/>
          <p:cNvGrpSpPr/>
          <p:nvPr/>
        </p:nvGrpSpPr>
        <p:grpSpPr>
          <a:xfrm>
            <a:off x="990885" y="9148408"/>
            <a:ext cx="2393427" cy="2393427"/>
            <a:chOff x="990885" y="9197383"/>
            <a:chExt cx="2393427" cy="2393427"/>
          </a:xfrm>
        </p:grpSpPr>
        <p:sp>
          <p:nvSpPr>
            <p:cNvPr id="125" name="Google Shape;125;p14"/>
            <p:cNvSpPr/>
            <p:nvPr/>
          </p:nvSpPr>
          <p:spPr>
            <a:xfrm flipH="1" rot="-5400000">
              <a:off x="990885" y="9197383"/>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26" name="Google Shape;126;p14"/>
            <p:cNvSpPr/>
            <p:nvPr/>
          </p:nvSpPr>
          <p:spPr>
            <a:xfrm>
              <a:off x="1370654" y="9595427"/>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7" name="Google Shape;127;p14"/>
            <p:cNvSpPr txBox="1"/>
            <p:nvPr/>
          </p:nvSpPr>
          <p:spPr>
            <a:xfrm>
              <a:off x="1435956" y="9701597"/>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grpSp>
      <p:grpSp>
        <p:nvGrpSpPr>
          <p:cNvPr id="128" name="Google Shape;128;p14"/>
          <p:cNvGrpSpPr/>
          <p:nvPr/>
        </p:nvGrpSpPr>
        <p:grpSpPr>
          <a:xfrm>
            <a:off x="990885" y="11631834"/>
            <a:ext cx="2393427" cy="2393427"/>
            <a:chOff x="990885" y="11656321"/>
            <a:chExt cx="2393427" cy="2393427"/>
          </a:xfrm>
        </p:grpSpPr>
        <p:sp>
          <p:nvSpPr>
            <p:cNvPr id="129" name="Google Shape;129;p14"/>
            <p:cNvSpPr/>
            <p:nvPr/>
          </p:nvSpPr>
          <p:spPr>
            <a:xfrm flipH="1" rot="-5400000">
              <a:off x="990885" y="11656321"/>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0" name="Google Shape;130;p14"/>
            <p:cNvSpPr/>
            <p:nvPr/>
          </p:nvSpPr>
          <p:spPr>
            <a:xfrm>
              <a:off x="1370654" y="12100538"/>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1" name="Google Shape;131;p14"/>
            <p:cNvSpPr txBox="1"/>
            <p:nvPr/>
          </p:nvSpPr>
          <p:spPr>
            <a:xfrm>
              <a:off x="1435956" y="12206708"/>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grpSp>
      <p:grpSp>
        <p:nvGrpSpPr>
          <p:cNvPr id="132" name="Google Shape;132;p14"/>
          <p:cNvGrpSpPr/>
          <p:nvPr/>
        </p:nvGrpSpPr>
        <p:grpSpPr>
          <a:xfrm>
            <a:off x="990885" y="14115259"/>
            <a:ext cx="2393427" cy="2393427"/>
            <a:chOff x="990885" y="14115259"/>
            <a:chExt cx="2393427" cy="2393427"/>
          </a:xfrm>
        </p:grpSpPr>
        <p:sp>
          <p:nvSpPr>
            <p:cNvPr id="133" name="Google Shape;133;p14"/>
            <p:cNvSpPr/>
            <p:nvPr/>
          </p:nvSpPr>
          <p:spPr>
            <a:xfrm flipH="1" rot="-5400000">
              <a:off x="990885" y="14115259"/>
              <a:ext cx="2393427" cy="2393427"/>
            </a:xfrm>
            <a:prstGeom prst="blockArc">
              <a:avLst>
                <a:gd fmla="val 10800000" name="adj1"/>
                <a:gd fmla="val 0" name="adj2"/>
                <a:gd fmla="val 25000" name="adj3"/>
              </a:avLst>
            </a:prstGeom>
            <a:solidFill>
              <a:srgbClr val="C00000">
                <a:alpha val="81961"/>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4" name="Google Shape;134;p14"/>
            <p:cNvSpPr/>
            <p:nvPr/>
          </p:nvSpPr>
          <p:spPr>
            <a:xfrm>
              <a:off x="1370654" y="14605649"/>
              <a:ext cx="1597341" cy="1597341"/>
            </a:xfrm>
            <a:prstGeom prst="ellipse">
              <a:avLst/>
            </a:prstGeom>
            <a:gradFill>
              <a:gsLst>
                <a:gs pos="0">
                  <a:srgbClr val="C00000"/>
                </a:gs>
                <a:gs pos="2000">
                  <a:srgbClr val="C00000"/>
                </a:gs>
                <a:gs pos="100000">
                  <a:srgbClr val="0C0C0C"/>
                </a:gs>
              </a:gsLst>
              <a:path path="circle">
                <a:fillToRect b="50%" l="50%" r="50%" t="50%"/>
              </a:path>
              <a:tileRect/>
            </a:gradFill>
            <a:ln cap="flat" cmpd="sng" w="635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5" name="Google Shape;135;p14"/>
            <p:cNvSpPr txBox="1"/>
            <p:nvPr/>
          </p:nvSpPr>
          <p:spPr>
            <a:xfrm>
              <a:off x="1435956" y="14711819"/>
              <a:ext cx="146672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Poppins"/>
                  <a:ea typeface="Poppins"/>
                  <a:cs typeface="Poppins"/>
                  <a:sym typeface="Poppins"/>
                </a:rPr>
                <a:t>4</a:t>
              </a:r>
              <a:endParaRPr b="0" i="0" sz="1400" u="none" cap="none" strike="noStrike">
                <a:solidFill>
                  <a:srgbClr val="000000"/>
                </a:solidFill>
                <a:latin typeface="Arial"/>
                <a:ea typeface="Arial"/>
                <a:cs typeface="Arial"/>
                <a:sym typeface="Arial"/>
              </a:endParaRPr>
            </a:p>
          </p:txBody>
        </p:sp>
      </p:grpSp>
      <p:sp>
        <p:nvSpPr>
          <p:cNvPr id="136" name="Google Shape;136;p14"/>
          <p:cNvSpPr txBox="1"/>
          <p:nvPr/>
        </p:nvSpPr>
        <p:spPr>
          <a:xfrm>
            <a:off x="4238889" y="7353864"/>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37" name="Google Shape;137;p14"/>
          <p:cNvSpPr txBox="1"/>
          <p:nvPr/>
        </p:nvSpPr>
        <p:spPr>
          <a:xfrm>
            <a:off x="4238889" y="9837290"/>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38" name="Google Shape;138;p14"/>
          <p:cNvSpPr txBox="1"/>
          <p:nvPr/>
        </p:nvSpPr>
        <p:spPr>
          <a:xfrm>
            <a:off x="4238889" y="12320716"/>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
        <p:nvSpPr>
          <p:cNvPr id="139" name="Google Shape;139;p14"/>
          <p:cNvSpPr txBox="1"/>
          <p:nvPr/>
        </p:nvSpPr>
        <p:spPr>
          <a:xfrm>
            <a:off x="4238889" y="14804141"/>
            <a:ext cx="14464749" cy="1015663"/>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option here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900">
        <p:fade thruBlk="1"/>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44" name="Shape 144"/>
        <p:cNvGrpSpPr/>
        <p:nvPr/>
      </p:nvGrpSpPr>
      <p:grpSpPr>
        <a:xfrm>
          <a:off x="0" y="0"/>
          <a:ext cx="0" cy="0"/>
          <a:chOff x="0" y="0"/>
          <a:chExt cx="0" cy="0"/>
        </a:xfrm>
      </p:grpSpPr>
      <p:sp>
        <p:nvSpPr>
          <p:cNvPr id="145" name="Google Shape;145;p15"/>
          <p:cNvSpPr txBox="1"/>
          <p:nvPr/>
        </p:nvSpPr>
        <p:spPr>
          <a:xfrm>
            <a:off x="5345559" y="4274296"/>
            <a:ext cx="28647300" cy="1184899"/>
          </a:xfrm>
          <a:prstGeom prst="rect">
            <a:avLst/>
          </a:prstGeom>
          <a:noFill/>
          <a:ln>
            <a:noFill/>
          </a:ln>
        </p:spPr>
        <p:txBody>
          <a:bodyPr anchorCtr="0" anchor="t" bIns="45700" lIns="91425" spcFirstLastPara="1" rIns="91425" wrap="square" tIns="45700">
            <a:spAutoFit/>
          </a:bodyPr>
          <a:lstStyle/>
          <a:p>
            <a:pPr indent="0" lvl="0" marL="0" marR="0" rtl="0" algn="just">
              <a:lnSpc>
                <a:spcPct val="110000"/>
              </a:lnSpc>
              <a:spcBef>
                <a:spcPts val="60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Type Sub Heading Text Here (Font Size: 60pt) in Bold</a:t>
            </a:r>
            <a:endParaRPr b="1" i="0" sz="6000" u="none" cap="none" strike="noStrike">
              <a:solidFill>
                <a:srgbClr val="000000"/>
              </a:solidFill>
              <a:latin typeface="Arial"/>
              <a:ea typeface="Arial"/>
              <a:cs typeface="Arial"/>
              <a:sym typeface="Arial"/>
            </a:endParaRPr>
          </a:p>
        </p:txBody>
      </p:sp>
      <p:sp>
        <p:nvSpPr>
          <p:cNvPr id="146" name="Google Shape;146;p15"/>
          <p:cNvSpPr txBox="1"/>
          <p:nvPr/>
        </p:nvSpPr>
        <p:spPr>
          <a:xfrm>
            <a:off x="5345559" y="6533401"/>
            <a:ext cx="28647300" cy="1015622"/>
          </a:xfrm>
          <a:prstGeom prst="rect">
            <a:avLst/>
          </a:prstGeom>
          <a:noFill/>
          <a:ln>
            <a:noFill/>
          </a:ln>
        </p:spPr>
        <p:txBody>
          <a:bodyPr anchorCtr="0" anchor="t" bIns="45700" lIns="91425" spcFirstLastPara="1" rIns="91425" wrap="square" tIns="45700">
            <a:spAutoFit/>
          </a:bodyPr>
          <a:lstStyle/>
          <a:p>
            <a:pPr indent="0" lvl="0" marL="0" marR="0" rtl="0" algn="just">
              <a:lnSpc>
                <a:spcPct val="110000"/>
              </a:lnSpc>
              <a:spcBef>
                <a:spcPts val="600"/>
              </a:spcBef>
              <a:spcAft>
                <a:spcPts val="0"/>
              </a:spcAft>
              <a:buClr>
                <a:srgbClr val="000000"/>
              </a:buClr>
              <a:buSzPts val="5000"/>
              <a:buFont typeface="Arial"/>
              <a:buNone/>
            </a:pPr>
            <a:r>
              <a:rPr b="0" i="0" lang="en-IN" sz="5000" u="none" cap="none" strike="noStrike">
                <a:solidFill>
                  <a:schemeClr val="lt1"/>
                </a:solidFill>
                <a:latin typeface="Cambria"/>
                <a:ea typeface="Cambria"/>
                <a:cs typeface="Cambria"/>
                <a:sym typeface="Cambria"/>
              </a:rPr>
              <a:t>Type Body Text Here (Font Size: 50pt) Normal</a:t>
            </a:r>
            <a:endParaRPr b="0" i="0" sz="5000" u="none" cap="none" strike="noStrike">
              <a:solidFill>
                <a:srgbClr val="000000"/>
              </a:solidFill>
              <a:latin typeface="Arial"/>
              <a:ea typeface="Arial"/>
              <a:cs typeface="Arial"/>
              <a:sym typeface="Arial"/>
            </a:endParaRPr>
          </a:p>
        </p:txBody>
      </p:sp>
      <p:grpSp>
        <p:nvGrpSpPr>
          <p:cNvPr id="147" name="Google Shape;147;p15"/>
          <p:cNvGrpSpPr/>
          <p:nvPr/>
        </p:nvGrpSpPr>
        <p:grpSpPr>
          <a:xfrm>
            <a:off x="185330" y="-803658"/>
            <a:ext cx="26601211" cy="6019512"/>
            <a:chOff x="185330" y="-803658"/>
            <a:chExt cx="26601211" cy="6019512"/>
          </a:xfrm>
        </p:grpSpPr>
        <p:sp>
          <p:nvSpPr>
            <p:cNvPr id="148" name="Google Shape;148;p15"/>
            <p:cNvSpPr/>
            <p:nvPr/>
          </p:nvSpPr>
          <p:spPr>
            <a:xfrm>
              <a:off x="1780335" y="843803"/>
              <a:ext cx="25006206"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49" name="Google Shape;149;p15"/>
            <p:cNvSpPr txBox="1"/>
            <p:nvPr/>
          </p:nvSpPr>
          <p:spPr>
            <a:xfrm>
              <a:off x="5345559" y="1525636"/>
              <a:ext cx="21440982"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Type Heading here (Font Size: 80pt) in Bold</a:t>
              </a:r>
              <a:endParaRPr b="0" i="0" sz="1400" u="none" cap="none" strike="noStrike">
                <a:solidFill>
                  <a:srgbClr val="000000"/>
                </a:solidFill>
                <a:latin typeface="Arial"/>
                <a:ea typeface="Arial"/>
                <a:cs typeface="Arial"/>
                <a:sym typeface="Arial"/>
              </a:endParaRPr>
            </a:p>
          </p:txBody>
        </p:sp>
        <p:pic>
          <p:nvPicPr>
            <p:cNvPr id="150" name="Google Shape;150;p15"/>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5" name="Shape 155"/>
        <p:cNvGrpSpPr/>
        <p:nvPr/>
      </p:nvGrpSpPr>
      <p:grpSpPr>
        <a:xfrm>
          <a:off x="0" y="0"/>
          <a:ext cx="0" cy="0"/>
          <a:chOff x="0" y="0"/>
          <a:chExt cx="0" cy="0"/>
        </a:xfrm>
      </p:grpSpPr>
      <p:grpSp>
        <p:nvGrpSpPr>
          <p:cNvPr id="156" name="Google Shape;156;p16"/>
          <p:cNvGrpSpPr/>
          <p:nvPr/>
        </p:nvGrpSpPr>
        <p:grpSpPr>
          <a:xfrm>
            <a:off x="-1864528" y="681774"/>
            <a:ext cx="9341092" cy="1569660"/>
            <a:chOff x="-1864528" y="681774"/>
            <a:chExt cx="9341092" cy="1569660"/>
          </a:xfrm>
        </p:grpSpPr>
        <p:sp>
          <p:nvSpPr>
            <p:cNvPr id="157" name="Google Shape;157;p16"/>
            <p:cNvSpPr/>
            <p:nvPr/>
          </p:nvSpPr>
          <p:spPr>
            <a:xfrm>
              <a:off x="-1864528" y="681774"/>
              <a:ext cx="8265328" cy="1569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58" name="Google Shape;158;p16"/>
            <p:cNvSpPr txBox="1"/>
            <p:nvPr/>
          </p:nvSpPr>
          <p:spPr>
            <a:xfrm>
              <a:off x="1039499" y="827049"/>
              <a:ext cx="6437065"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Sub Heading</a:t>
              </a:r>
              <a:endParaRPr b="1" i="0" sz="6000" u="none" cap="none" strike="noStrike">
                <a:solidFill>
                  <a:schemeClr val="lt1"/>
                </a:solidFill>
                <a:latin typeface="Cambria"/>
                <a:ea typeface="Cambria"/>
                <a:cs typeface="Cambria"/>
                <a:sym typeface="Cambria"/>
              </a:endParaRPr>
            </a:p>
          </p:txBody>
        </p:sp>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63" name="Shape 163"/>
        <p:cNvGrpSpPr/>
        <p:nvPr/>
      </p:nvGrpSpPr>
      <p:grpSpPr>
        <a:xfrm>
          <a:off x="0" y="0"/>
          <a:ext cx="0" cy="0"/>
          <a:chOff x="0" y="0"/>
          <a:chExt cx="0" cy="0"/>
        </a:xfrm>
      </p:grpSpPr>
      <p:sp>
        <p:nvSpPr>
          <p:cNvPr id="164" name="Google Shape;164;p17"/>
          <p:cNvSpPr txBox="1"/>
          <p:nvPr/>
        </p:nvSpPr>
        <p:spPr>
          <a:xfrm>
            <a:off x="1104806" y="2795386"/>
            <a:ext cx="8627100" cy="240061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5000"/>
              <a:buFont typeface="Arial"/>
              <a:buNone/>
            </a:pPr>
            <a:r>
              <a:rPr b="0" i="0" lang="en-IN" sz="5000" u="none" cap="none" strike="noStrike">
                <a:solidFill>
                  <a:schemeClr val="lt1"/>
                </a:solidFill>
                <a:latin typeface="Cambria"/>
                <a:ea typeface="Cambria"/>
                <a:cs typeface="Cambria"/>
                <a:sym typeface="Cambria"/>
              </a:rPr>
              <a:t>Body Text</a:t>
            </a:r>
            <a:endParaRPr b="0" i="0" sz="14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5000"/>
              <a:buFont typeface="Arial"/>
              <a:buNone/>
            </a:pPr>
            <a:r>
              <a:t/>
            </a:r>
            <a:endParaRPr b="0" i="0" sz="5000" u="none" cap="none" strike="noStrike">
              <a:solidFill>
                <a:schemeClr val="lt1"/>
              </a:solidFill>
              <a:latin typeface="Cambria"/>
              <a:ea typeface="Cambria"/>
              <a:cs typeface="Cambria"/>
              <a:sym typeface="Cambria"/>
            </a:endParaRPr>
          </a:p>
        </p:txBody>
      </p:sp>
      <p:pic>
        <p:nvPicPr>
          <p:cNvPr descr="Gravity - Newton's Law, Universal Force, Mass Attraction | Britannica" id="165" name="Google Shape;165;p17"/>
          <p:cNvPicPr preferRelativeResize="0"/>
          <p:nvPr/>
        </p:nvPicPr>
        <p:blipFill rotWithShape="1">
          <a:blip r:embed="rId3">
            <a:alphaModFix/>
          </a:blip>
          <a:srcRect b="5774" l="0" r="0" t="0"/>
          <a:stretch/>
        </p:blipFill>
        <p:spPr>
          <a:xfrm>
            <a:off x="23055193" y="3995695"/>
            <a:ext cx="11880273" cy="13054558"/>
          </a:xfrm>
          <a:prstGeom prst="roundRect">
            <a:avLst>
              <a:gd fmla="val 4027" name="adj"/>
            </a:avLst>
          </a:prstGeom>
          <a:noFill/>
          <a:ln>
            <a:noFill/>
          </a:ln>
          <a:effectLst>
            <a:outerShdw blurRad="76200" rotWithShape="0" algn="tl" dir="7800000" dist="38100">
              <a:srgbClr val="000000">
                <a:alpha val="40000"/>
              </a:srgbClr>
            </a:outerShdw>
          </a:effectLst>
        </p:spPr>
      </p:pic>
      <p:grpSp>
        <p:nvGrpSpPr>
          <p:cNvPr id="166" name="Google Shape;166;p17"/>
          <p:cNvGrpSpPr/>
          <p:nvPr/>
        </p:nvGrpSpPr>
        <p:grpSpPr>
          <a:xfrm>
            <a:off x="-1864528" y="681774"/>
            <a:ext cx="9341092" cy="1569660"/>
            <a:chOff x="-1864528" y="681774"/>
            <a:chExt cx="9341092" cy="1569660"/>
          </a:xfrm>
        </p:grpSpPr>
        <p:sp>
          <p:nvSpPr>
            <p:cNvPr id="167" name="Google Shape;167;p17"/>
            <p:cNvSpPr/>
            <p:nvPr/>
          </p:nvSpPr>
          <p:spPr>
            <a:xfrm>
              <a:off x="-1864528" y="681774"/>
              <a:ext cx="8265328" cy="1569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68" name="Google Shape;168;p17"/>
            <p:cNvSpPr txBox="1"/>
            <p:nvPr/>
          </p:nvSpPr>
          <p:spPr>
            <a:xfrm>
              <a:off x="1039499" y="827049"/>
              <a:ext cx="6437065"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Sub Heading</a:t>
              </a:r>
              <a:endParaRPr b="1" i="0" sz="6000" u="none" cap="none" strike="noStrike">
                <a:solidFill>
                  <a:schemeClr val="lt1"/>
                </a:solidFill>
                <a:latin typeface="Cambria"/>
                <a:ea typeface="Cambria"/>
                <a:cs typeface="Cambria"/>
                <a:sym typeface="Cambria"/>
              </a:endParaRPr>
            </a:p>
          </p:txBody>
        </p:sp>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73" name="Shape 173"/>
        <p:cNvGrpSpPr/>
        <p:nvPr/>
      </p:nvGrpSpPr>
      <p:grpSpPr>
        <a:xfrm>
          <a:off x="0" y="0"/>
          <a:ext cx="0" cy="0"/>
          <a:chOff x="0" y="0"/>
          <a:chExt cx="0" cy="0"/>
        </a:xfrm>
      </p:grpSpPr>
      <p:pic>
        <p:nvPicPr>
          <p:cNvPr descr="Gravity - Newton's Law, Universal Force, Mass Attraction | Britannica" id="174" name="Google Shape;174;p18"/>
          <p:cNvPicPr preferRelativeResize="0"/>
          <p:nvPr/>
        </p:nvPicPr>
        <p:blipFill rotWithShape="1">
          <a:blip r:embed="rId3">
            <a:alphaModFix/>
          </a:blip>
          <a:srcRect b="5774" l="0" r="0" t="0"/>
          <a:stretch/>
        </p:blipFill>
        <p:spPr>
          <a:xfrm>
            <a:off x="21592499" y="4368877"/>
            <a:ext cx="11880273" cy="13054558"/>
          </a:xfrm>
          <a:prstGeom prst="roundRect">
            <a:avLst>
              <a:gd fmla="val 4027" name="adj"/>
            </a:avLst>
          </a:prstGeom>
          <a:noFill/>
          <a:ln>
            <a:noFill/>
          </a:ln>
          <a:effectLst>
            <a:outerShdw blurRad="76200" rotWithShape="0" algn="tl" dir="7800000" dist="38100">
              <a:srgbClr val="000000">
                <a:alpha val="40000"/>
              </a:srgbClr>
            </a:outerShdw>
          </a:effectLst>
        </p:spPr>
      </p:pic>
      <p:grpSp>
        <p:nvGrpSpPr>
          <p:cNvPr id="175" name="Google Shape;175;p18"/>
          <p:cNvGrpSpPr/>
          <p:nvPr/>
        </p:nvGrpSpPr>
        <p:grpSpPr>
          <a:xfrm>
            <a:off x="-1864528" y="681774"/>
            <a:ext cx="7466218" cy="1569660"/>
            <a:chOff x="-1864528" y="681774"/>
            <a:chExt cx="7466218" cy="1569660"/>
          </a:xfrm>
        </p:grpSpPr>
        <p:sp>
          <p:nvSpPr>
            <p:cNvPr id="176" name="Google Shape;176;p18"/>
            <p:cNvSpPr/>
            <p:nvPr/>
          </p:nvSpPr>
          <p:spPr>
            <a:xfrm>
              <a:off x="-1864528" y="681774"/>
              <a:ext cx="7081988" cy="1569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77" name="Google Shape;177;p18"/>
            <p:cNvSpPr txBox="1"/>
            <p:nvPr/>
          </p:nvSpPr>
          <p:spPr>
            <a:xfrm>
              <a:off x="1039500" y="827049"/>
              <a:ext cx="4562190"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Question</a:t>
              </a:r>
              <a:endParaRPr b="1" i="0" sz="6000" u="none" cap="none" strike="noStrike">
                <a:solidFill>
                  <a:schemeClr val="lt1"/>
                </a:solidFill>
                <a:latin typeface="Cambria"/>
                <a:ea typeface="Cambria"/>
                <a:cs typeface="Cambria"/>
                <a:sym typeface="Cambria"/>
              </a:endParaRPr>
            </a:p>
          </p:txBody>
        </p:sp>
      </p:grpSp>
      <p:sp>
        <p:nvSpPr>
          <p:cNvPr id="178" name="Google Shape;178;p18"/>
          <p:cNvSpPr txBox="1"/>
          <p:nvPr/>
        </p:nvSpPr>
        <p:spPr>
          <a:xfrm>
            <a:off x="3107605" y="472668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79" name="Google Shape;179;p18"/>
          <p:cNvSpPr txBox="1"/>
          <p:nvPr/>
        </p:nvSpPr>
        <p:spPr>
          <a:xfrm>
            <a:off x="3107605" y="738862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80" name="Google Shape;180;p18"/>
          <p:cNvSpPr txBox="1"/>
          <p:nvPr/>
        </p:nvSpPr>
        <p:spPr>
          <a:xfrm>
            <a:off x="3107605" y="1005056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181" name="Google Shape;181;p18"/>
          <p:cNvSpPr txBox="1"/>
          <p:nvPr/>
        </p:nvSpPr>
        <p:spPr>
          <a:xfrm>
            <a:off x="3107605" y="1271250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grpSp>
        <p:nvGrpSpPr>
          <p:cNvPr id="182" name="Google Shape;182;p18"/>
          <p:cNvGrpSpPr/>
          <p:nvPr/>
        </p:nvGrpSpPr>
        <p:grpSpPr>
          <a:xfrm>
            <a:off x="935294" y="4503170"/>
            <a:ext cx="1466724" cy="1462650"/>
            <a:chOff x="9695019" y="16315998"/>
            <a:chExt cx="1466724" cy="1462650"/>
          </a:xfrm>
        </p:grpSpPr>
        <p:sp>
          <p:nvSpPr>
            <p:cNvPr id="183" name="Google Shape;183;p18"/>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184" name="Google Shape;184;p18"/>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A</a:t>
              </a:r>
              <a:endParaRPr b="0" i="0" sz="1400" u="none" cap="none" strike="noStrike">
                <a:solidFill>
                  <a:srgbClr val="000000"/>
                </a:solidFill>
                <a:latin typeface="Arial"/>
                <a:ea typeface="Arial"/>
                <a:cs typeface="Arial"/>
                <a:sym typeface="Arial"/>
              </a:endParaRPr>
            </a:p>
          </p:txBody>
        </p:sp>
      </p:grpSp>
      <p:grpSp>
        <p:nvGrpSpPr>
          <p:cNvPr id="185" name="Google Shape;185;p18"/>
          <p:cNvGrpSpPr/>
          <p:nvPr/>
        </p:nvGrpSpPr>
        <p:grpSpPr>
          <a:xfrm>
            <a:off x="935294" y="7165110"/>
            <a:ext cx="1466724" cy="1462650"/>
            <a:chOff x="9695019" y="16315998"/>
            <a:chExt cx="1466724" cy="1462650"/>
          </a:xfrm>
        </p:grpSpPr>
        <p:sp>
          <p:nvSpPr>
            <p:cNvPr id="186" name="Google Shape;186;p18"/>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187" name="Google Shape;187;p18"/>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B</a:t>
              </a:r>
              <a:endParaRPr b="0" i="0" sz="1400" u="none" cap="none" strike="noStrike">
                <a:solidFill>
                  <a:srgbClr val="000000"/>
                </a:solidFill>
                <a:latin typeface="Arial"/>
                <a:ea typeface="Arial"/>
                <a:cs typeface="Arial"/>
                <a:sym typeface="Arial"/>
              </a:endParaRPr>
            </a:p>
          </p:txBody>
        </p:sp>
      </p:grpSp>
      <p:grpSp>
        <p:nvGrpSpPr>
          <p:cNvPr id="188" name="Google Shape;188;p18"/>
          <p:cNvGrpSpPr/>
          <p:nvPr/>
        </p:nvGrpSpPr>
        <p:grpSpPr>
          <a:xfrm>
            <a:off x="935294" y="9827050"/>
            <a:ext cx="1466724" cy="1462650"/>
            <a:chOff x="9695019" y="16315998"/>
            <a:chExt cx="1466724" cy="1462650"/>
          </a:xfrm>
        </p:grpSpPr>
        <p:sp>
          <p:nvSpPr>
            <p:cNvPr id="189" name="Google Shape;189;p18"/>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190" name="Google Shape;190;p18"/>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C</a:t>
              </a:r>
              <a:endParaRPr b="0" i="0" sz="1400" u="none" cap="none" strike="noStrike">
                <a:solidFill>
                  <a:srgbClr val="000000"/>
                </a:solidFill>
                <a:latin typeface="Arial"/>
                <a:ea typeface="Arial"/>
                <a:cs typeface="Arial"/>
                <a:sym typeface="Arial"/>
              </a:endParaRPr>
            </a:p>
          </p:txBody>
        </p:sp>
      </p:grpSp>
      <p:grpSp>
        <p:nvGrpSpPr>
          <p:cNvPr id="191" name="Google Shape;191;p18"/>
          <p:cNvGrpSpPr/>
          <p:nvPr/>
        </p:nvGrpSpPr>
        <p:grpSpPr>
          <a:xfrm>
            <a:off x="935294" y="12488990"/>
            <a:ext cx="1466724" cy="1462650"/>
            <a:chOff x="9695019" y="16315998"/>
            <a:chExt cx="1466724" cy="1462650"/>
          </a:xfrm>
        </p:grpSpPr>
        <p:sp>
          <p:nvSpPr>
            <p:cNvPr id="192" name="Google Shape;192;p18"/>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193" name="Google Shape;193;p18"/>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D</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98" name="Shape 198"/>
        <p:cNvGrpSpPr/>
        <p:nvPr/>
      </p:nvGrpSpPr>
      <p:grpSpPr>
        <a:xfrm>
          <a:off x="0" y="0"/>
          <a:ext cx="0" cy="0"/>
          <a:chOff x="0" y="0"/>
          <a:chExt cx="0" cy="0"/>
        </a:xfrm>
      </p:grpSpPr>
      <p:grpSp>
        <p:nvGrpSpPr>
          <p:cNvPr id="199" name="Google Shape;199;p19"/>
          <p:cNvGrpSpPr/>
          <p:nvPr/>
        </p:nvGrpSpPr>
        <p:grpSpPr>
          <a:xfrm>
            <a:off x="18288000" y="2918042"/>
            <a:ext cx="14041516" cy="7368958"/>
            <a:chOff x="13825087" y="4108878"/>
            <a:chExt cx="18689258" cy="9808083"/>
          </a:xfrm>
        </p:grpSpPr>
        <p:pic>
          <p:nvPicPr>
            <p:cNvPr descr="Gravity - Newton's Law, Universal Force, Mass Attraction | Britannica" id="200" name="Google Shape;200;p19"/>
            <p:cNvPicPr preferRelativeResize="0"/>
            <p:nvPr/>
          </p:nvPicPr>
          <p:blipFill rotWithShape="1">
            <a:blip r:embed="rId3">
              <a:alphaModFix/>
            </a:blip>
            <a:srcRect b="5774" l="0" r="0" t="0"/>
            <a:stretch/>
          </p:blipFill>
          <p:spPr>
            <a:xfrm>
              <a:off x="13825087" y="4108878"/>
              <a:ext cx="8925825" cy="9808083"/>
            </a:xfrm>
            <a:prstGeom prst="roundRect">
              <a:avLst>
                <a:gd fmla="val 4027" name="adj"/>
              </a:avLst>
            </a:prstGeom>
            <a:noFill/>
            <a:ln>
              <a:noFill/>
            </a:ln>
            <a:effectLst>
              <a:outerShdw blurRad="76200" rotWithShape="0" algn="tl" dir="7800000" dist="38100">
                <a:srgbClr val="000000">
                  <a:alpha val="40000"/>
                </a:srgbClr>
              </a:outerShdw>
            </a:effectLst>
          </p:spPr>
        </p:pic>
        <p:pic>
          <p:nvPicPr>
            <p:cNvPr descr="Gravity - Newton's Law, Universal Force, Mass Attraction | Britannica" id="201" name="Google Shape;201;p19"/>
            <p:cNvPicPr preferRelativeResize="0"/>
            <p:nvPr/>
          </p:nvPicPr>
          <p:blipFill rotWithShape="1">
            <a:blip r:embed="rId3">
              <a:alphaModFix/>
            </a:blip>
            <a:srcRect b="5774" l="0" r="0" t="0"/>
            <a:stretch/>
          </p:blipFill>
          <p:spPr>
            <a:xfrm>
              <a:off x="23588520" y="4108878"/>
              <a:ext cx="8925825" cy="9808083"/>
            </a:xfrm>
            <a:prstGeom prst="roundRect">
              <a:avLst>
                <a:gd fmla="val 4027" name="adj"/>
              </a:avLst>
            </a:prstGeom>
            <a:noFill/>
            <a:ln>
              <a:noFill/>
            </a:ln>
            <a:effectLst>
              <a:outerShdw blurRad="76200" rotWithShape="0" algn="tl" dir="7800000" dist="38100">
                <a:srgbClr val="000000">
                  <a:alpha val="40000"/>
                </a:srgbClr>
              </a:outerShdw>
            </a:effectLst>
          </p:spPr>
        </p:pic>
      </p:grpSp>
      <p:sp>
        <p:nvSpPr>
          <p:cNvPr id="202" name="Google Shape;202;p19"/>
          <p:cNvSpPr txBox="1"/>
          <p:nvPr/>
        </p:nvSpPr>
        <p:spPr>
          <a:xfrm>
            <a:off x="3107605" y="472668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203" name="Google Shape;203;p19"/>
          <p:cNvSpPr txBox="1"/>
          <p:nvPr/>
        </p:nvSpPr>
        <p:spPr>
          <a:xfrm>
            <a:off x="3107605" y="738862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204" name="Google Shape;204;p19"/>
          <p:cNvSpPr txBox="1"/>
          <p:nvPr/>
        </p:nvSpPr>
        <p:spPr>
          <a:xfrm>
            <a:off x="3107605" y="1005056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sp>
        <p:nvSpPr>
          <p:cNvPr id="205" name="Google Shape;205;p19"/>
          <p:cNvSpPr txBox="1"/>
          <p:nvPr/>
        </p:nvSpPr>
        <p:spPr>
          <a:xfrm>
            <a:off x="3107605" y="12712504"/>
            <a:ext cx="8627100" cy="1015622"/>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Topic heading here</a:t>
            </a:r>
            <a:endParaRPr b="1" i="0" sz="6000" u="none" cap="none" strike="noStrike">
              <a:solidFill>
                <a:schemeClr val="lt1"/>
              </a:solidFill>
              <a:latin typeface="Cambria"/>
              <a:ea typeface="Cambria"/>
              <a:cs typeface="Cambria"/>
              <a:sym typeface="Cambria"/>
            </a:endParaRPr>
          </a:p>
        </p:txBody>
      </p:sp>
      <p:grpSp>
        <p:nvGrpSpPr>
          <p:cNvPr id="206" name="Google Shape;206;p19"/>
          <p:cNvGrpSpPr/>
          <p:nvPr/>
        </p:nvGrpSpPr>
        <p:grpSpPr>
          <a:xfrm>
            <a:off x="935294" y="4503170"/>
            <a:ext cx="1466724" cy="1462650"/>
            <a:chOff x="9695019" y="16315998"/>
            <a:chExt cx="1466724" cy="1462650"/>
          </a:xfrm>
        </p:grpSpPr>
        <p:sp>
          <p:nvSpPr>
            <p:cNvPr id="207" name="Google Shape;207;p19"/>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208" name="Google Shape;208;p19"/>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A</a:t>
              </a:r>
              <a:endParaRPr b="0" i="0" sz="1400" u="none" cap="none" strike="noStrike">
                <a:solidFill>
                  <a:srgbClr val="000000"/>
                </a:solidFill>
                <a:latin typeface="Arial"/>
                <a:ea typeface="Arial"/>
                <a:cs typeface="Arial"/>
                <a:sym typeface="Arial"/>
              </a:endParaRPr>
            </a:p>
          </p:txBody>
        </p:sp>
      </p:grpSp>
      <p:grpSp>
        <p:nvGrpSpPr>
          <p:cNvPr id="209" name="Google Shape;209;p19"/>
          <p:cNvGrpSpPr/>
          <p:nvPr/>
        </p:nvGrpSpPr>
        <p:grpSpPr>
          <a:xfrm>
            <a:off x="935294" y="7165110"/>
            <a:ext cx="1466724" cy="1462650"/>
            <a:chOff x="9695019" y="16315998"/>
            <a:chExt cx="1466724" cy="1462650"/>
          </a:xfrm>
        </p:grpSpPr>
        <p:sp>
          <p:nvSpPr>
            <p:cNvPr id="210" name="Google Shape;210;p19"/>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211" name="Google Shape;211;p19"/>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B</a:t>
              </a:r>
              <a:endParaRPr b="0" i="0" sz="1400" u="none" cap="none" strike="noStrike">
                <a:solidFill>
                  <a:srgbClr val="000000"/>
                </a:solidFill>
                <a:latin typeface="Arial"/>
                <a:ea typeface="Arial"/>
                <a:cs typeface="Arial"/>
                <a:sym typeface="Arial"/>
              </a:endParaRPr>
            </a:p>
          </p:txBody>
        </p:sp>
      </p:grpSp>
      <p:grpSp>
        <p:nvGrpSpPr>
          <p:cNvPr id="212" name="Google Shape;212;p19"/>
          <p:cNvGrpSpPr/>
          <p:nvPr/>
        </p:nvGrpSpPr>
        <p:grpSpPr>
          <a:xfrm>
            <a:off x="935294" y="9827050"/>
            <a:ext cx="1466724" cy="1462650"/>
            <a:chOff x="9695019" y="16315998"/>
            <a:chExt cx="1466724" cy="1462650"/>
          </a:xfrm>
        </p:grpSpPr>
        <p:sp>
          <p:nvSpPr>
            <p:cNvPr id="213" name="Google Shape;213;p19"/>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214" name="Google Shape;214;p19"/>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C</a:t>
              </a:r>
              <a:endParaRPr b="0" i="0" sz="1400" u="none" cap="none" strike="noStrike">
                <a:solidFill>
                  <a:srgbClr val="000000"/>
                </a:solidFill>
                <a:latin typeface="Arial"/>
                <a:ea typeface="Arial"/>
                <a:cs typeface="Arial"/>
                <a:sym typeface="Arial"/>
              </a:endParaRPr>
            </a:p>
          </p:txBody>
        </p:sp>
      </p:grpSp>
      <p:grpSp>
        <p:nvGrpSpPr>
          <p:cNvPr id="215" name="Google Shape;215;p19"/>
          <p:cNvGrpSpPr/>
          <p:nvPr/>
        </p:nvGrpSpPr>
        <p:grpSpPr>
          <a:xfrm>
            <a:off x="935294" y="12488990"/>
            <a:ext cx="1466724" cy="1462650"/>
            <a:chOff x="9695019" y="16315998"/>
            <a:chExt cx="1466724" cy="1462650"/>
          </a:xfrm>
        </p:grpSpPr>
        <p:sp>
          <p:nvSpPr>
            <p:cNvPr id="216" name="Google Shape;216;p19"/>
            <p:cNvSpPr/>
            <p:nvPr/>
          </p:nvSpPr>
          <p:spPr>
            <a:xfrm>
              <a:off x="9699095" y="16315998"/>
              <a:ext cx="1462648" cy="146265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chemeClr val="lt1"/>
                </a:solidFill>
                <a:latin typeface="Calibri"/>
                <a:ea typeface="Calibri"/>
                <a:cs typeface="Calibri"/>
                <a:sym typeface="Calibri"/>
              </a:endParaRPr>
            </a:p>
          </p:txBody>
        </p:sp>
        <p:sp>
          <p:nvSpPr>
            <p:cNvPr id="217" name="Google Shape;217;p19"/>
            <p:cNvSpPr txBox="1"/>
            <p:nvPr/>
          </p:nvSpPr>
          <p:spPr>
            <a:xfrm>
              <a:off x="9695019" y="16413229"/>
              <a:ext cx="1466724" cy="1200329"/>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chemeClr val="lt1"/>
                  </a:solidFill>
                  <a:latin typeface="Cambria"/>
                  <a:ea typeface="Cambria"/>
                  <a:cs typeface="Cambria"/>
                  <a:sym typeface="Cambria"/>
                </a:rPr>
                <a:t>D</a:t>
              </a:r>
              <a:endParaRPr b="0" i="0" sz="1400" u="none" cap="none" strike="noStrike">
                <a:solidFill>
                  <a:srgbClr val="000000"/>
                </a:solidFill>
                <a:latin typeface="Arial"/>
                <a:ea typeface="Arial"/>
                <a:cs typeface="Arial"/>
                <a:sym typeface="Arial"/>
              </a:endParaRPr>
            </a:p>
          </p:txBody>
        </p:sp>
      </p:grpSp>
      <p:grpSp>
        <p:nvGrpSpPr>
          <p:cNvPr id="218" name="Google Shape;218;p19"/>
          <p:cNvGrpSpPr/>
          <p:nvPr/>
        </p:nvGrpSpPr>
        <p:grpSpPr>
          <a:xfrm>
            <a:off x="18288000" y="10900147"/>
            <a:ext cx="14041516" cy="7368958"/>
            <a:chOff x="13825087" y="4108878"/>
            <a:chExt cx="18689258" cy="9808083"/>
          </a:xfrm>
        </p:grpSpPr>
        <p:pic>
          <p:nvPicPr>
            <p:cNvPr descr="Gravity - Newton's Law, Universal Force, Mass Attraction | Britannica" id="219" name="Google Shape;219;p19"/>
            <p:cNvPicPr preferRelativeResize="0"/>
            <p:nvPr/>
          </p:nvPicPr>
          <p:blipFill rotWithShape="1">
            <a:blip r:embed="rId3">
              <a:alphaModFix/>
            </a:blip>
            <a:srcRect b="5774" l="0" r="0" t="0"/>
            <a:stretch/>
          </p:blipFill>
          <p:spPr>
            <a:xfrm>
              <a:off x="13825087" y="4108878"/>
              <a:ext cx="8925825" cy="9808083"/>
            </a:xfrm>
            <a:prstGeom prst="roundRect">
              <a:avLst>
                <a:gd fmla="val 4027" name="adj"/>
              </a:avLst>
            </a:prstGeom>
            <a:noFill/>
            <a:ln>
              <a:noFill/>
            </a:ln>
            <a:effectLst>
              <a:outerShdw blurRad="76200" rotWithShape="0" algn="tl" dir="7800000" dist="38100">
                <a:srgbClr val="000000">
                  <a:alpha val="40000"/>
                </a:srgbClr>
              </a:outerShdw>
            </a:effectLst>
          </p:spPr>
        </p:pic>
        <p:pic>
          <p:nvPicPr>
            <p:cNvPr descr="Gravity - Newton's Law, Universal Force, Mass Attraction | Britannica" id="220" name="Google Shape;220;p19"/>
            <p:cNvPicPr preferRelativeResize="0"/>
            <p:nvPr/>
          </p:nvPicPr>
          <p:blipFill rotWithShape="1">
            <a:blip r:embed="rId3">
              <a:alphaModFix/>
            </a:blip>
            <a:srcRect b="5774" l="0" r="0" t="0"/>
            <a:stretch/>
          </p:blipFill>
          <p:spPr>
            <a:xfrm>
              <a:off x="23588520" y="4108878"/>
              <a:ext cx="8925825" cy="9808083"/>
            </a:xfrm>
            <a:prstGeom prst="roundRect">
              <a:avLst>
                <a:gd fmla="val 4027" name="adj"/>
              </a:avLst>
            </a:prstGeom>
            <a:noFill/>
            <a:ln>
              <a:noFill/>
            </a:ln>
            <a:effectLst>
              <a:outerShdw blurRad="76200" rotWithShape="0" algn="tl" dir="7800000" dist="38100">
                <a:srgbClr val="000000">
                  <a:alpha val="40000"/>
                </a:srgbClr>
              </a:outerShdw>
            </a:effectLst>
          </p:spPr>
        </p:pic>
      </p:grpSp>
      <p:grpSp>
        <p:nvGrpSpPr>
          <p:cNvPr id="221" name="Google Shape;221;p19"/>
          <p:cNvGrpSpPr/>
          <p:nvPr/>
        </p:nvGrpSpPr>
        <p:grpSpPr>
          <a:xfrm>
            <a:off x="-1864528" y="681774"/>
            <a:ext cx="7466218" cy="1569660"/>
            <a:chOff x="-1864528" y="681774"/>
            <a:chExt cx="7466218" cy="1569660"/>
          </a:xfrm>
        </p:grpSpPr>
        <p:sp>
          <p:nvSpPr>
            <p:cNvPr id="222" name="Google Shape;222;p19"/>
            <p:cNvSpPr/>
            <p:nvPr/>
          </p:nvSpPr>
          <p:spPr>
            <a:xfrm>
              <a:off x="-1864528" y="681774"/>
              <a:ext cx="7081988" cy="1569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23" name="Google Shape;223;p19"/>
            <p:cNvSpPr txBox="1"/>
            <p:nvPr/>
          </p:nvSpPr>
          <p:spPr>
            <a:xfrm>
              <a:off x="1039500" y="827049"/>
              <a:ext cx="4562190"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Question</a:t>
              </a:r>
              <a:endParaRPr b="1" i="0" sz="6000" u="none" cap="none" strike="noStrike">
                <a:solidFill>
                  <a:schemeClr val="lt1"/>
                </a:solidFill>
                <a:latin typeface="Cambria"/>
                <a:ea typeface="Cambria"/>
                <a:cs typeface="Cambria"/>
                <a:sym typeface="Cambria"/>
              </a:endParaRPr>
            </a:p>
          </p:txBody>
        </p:sp>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8" name="Shape 228"/>
        <p:cNvGrpSpPr/>
        <p:nvPr/>
      </p:nvGrpSpPr>
      <p:grpSpPr>
        <a:xfrm>
          <a:off x="0" y="0"/>
          <a:ext cx="0" cy="0"/>
          <a:chOff x="0" y="0"/>
          <a:chExt cx="0" cy="0"/>
        </a:xfrm>
      </p:grpSpPr>
      <p:grpSp>
        <p:nvGrpSpPr>
          <p:cNvPr id="229" name="Google Shape;229;p20"/>
          <p:cNvGrpSpPr/>
          <p:nvPr/>
        </p:nvGrpSpPr>
        <p:grpSpPr>
          <a:xfrm>
            <a:off x="185330" y="-803658"/>
            <a:ext cx="11141432" cy="6019512"/>
            <a:chOff x="185330" y="-803658"/>
            <a:chExt cx="11141432" cy="6019512"/>
          </a:xfrm>
        </p:grpSpPr>
        <p:sp>
          <p:nvSpPr>
            <p:cNvPr id="230" name="Google Shape;230;p20"/>
            <p:cNvSpPr/>
            <p:nvPr/>
          </p:nvSpPr>
          <p:spPr>
            <a:xfrm>
              <a:off x="1780335" y="843803"/>
              <a:ext cx="9546427"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31" name="Google Shape;231;p20"/>
            <p:cNvSpPr txBox="1"/>
            <p:nvPr/>
          </p:nvSpPr>
          <p:spPr>
            <a:xfrm>
              <a:off x="5345560" y="1525636"/>
              <a:ext cx="5981202"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Summary</a:t>
              </a:r>
              <a:endParaRPr b="0" i="0" sz="1400" u="none" cap="none" strike="noStrike">
                <a:solidFill>
                  <a:srgbClr val="000000"/>
                </a:solidFill>
                <a:latin typeface="Arial"/>
                <a:ea typeface="Arial"/>
                <a:cs typeface="Arial"/>
                <a:sym typeface="Arial"/>
              </a:endParaRPr>
            </a:p>
          </p:txBody>
        </p:sp>
        <p:pic>
          <p:nvPicPr>
            <p:cNvPr id="232" name="Google Shape;232;p20"/>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7" name="Shape 237"/>
        <p:cNvGrpSpPr/>
        <p:nvPr/>
      </p:nvGrpSpPr>
      <p:grpSpPr>
        <a:xfrm>
          <a:off x="0" y="0"/>
          <a:ext cx="0" cy="0"/>
          <a:chOff x="0" y="0"/>
          <a:chExt cx="0" cy="0"/>
        </a:xfrm>
      </p:grpSpPr>
      <p:grpSp>
        <p:nvGrpSpPr>
          <p:cNvPr id="238" name="Google Shape;238;p21"/>
          <p:cNvGrpSpPr/>
          <p:nvPr/>
        </p:nvGrpSpPr>
        <p:grpSpPr>
          <a:xfrm>
            <a:off x="185330" y="-803658"/>
            <a:ext cx="11996838" cy="6019512"/>
            <a:chOff x="185330" y="-803658"/>
            <a:chExt cx="11996838" cy="6019512"/>
          </a:xfrm>
        </p:grpSpPr>
        <p:sp>
          <p:nvSpPr>
            <p:cNvPr id="239" name="Google Shape;239;p21"/>
            <p:cNvSpPr/>
            <p:nvPr/>
          </p:nvSpPr>
          <p:spPr>
            <a:xfrm>
              <a:off x="1780335" y="843803"/>
              <a:ext cx="10401833"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40" name="Google Shape;240;p21"/>
            <p:cNvSpPr txBox="1"/>
            <p:nvPr/>
          </p:nvSpPr>
          <p:spPr>
            <a:xfrm>
              <a:off x="5345560" y="1525636"/>
              <a:ext cx="5981202"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400"/>
                <a:buFont typeface="Arial"/>
                <a:buNone/>
              </a:pPr>
              <a:r>
                <a:rPr b="1" i="0" lang="en-IN" sz="8000" u="none" cap="none" strike="noStrike">
                  <a:solidFill>
                    <a:schemeClr val="lt1"/>
                  </a:solidFill>
                  <a:latin typeface="Cambria"/>
                  <a:ea typeface="Cambria"/>
                  <a:cs typeface="Cambria"/>
                  <a:sym typeface="Cambria"/>
                </a:rPr>
                <a:t>Homework</a:t>
              </a:r>
              <a:endParaRPr b="0" i="0" sz="1400" u="none" cap="none" strike="noStrike">
                <a:solidFill>
                  <a:srgbClr val="000000"/>
                </a:solidFill>
                <a:latin typeface="Arial"/>
                <a:ea typeface="Arial"/>
                <a:cs typeface="Arial"/>
                <a:sym typeface="Arial"/>
              </a:endParaRPr>
            </a:p>
          </p:txBody>
        </p:sp>
        <p:pic>
          <p:nvPicPr>
            <p:cNvPr id="241" name="Google Shape;241;p21"/>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spTree>
  </p:cSld>
  <p:clrMapOvr>
    <a:masterClrMapping/>
  </p:clrMapOvr>
  <mc:AlternateContent>
    <mc:Choice Requires="p14">
      <p:transition spd="slow" p14:dur="900">
        <p:fade thruBlk="1"/>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46" name="Shape 246"/>
        <p:cNvGrpSpPr/>
        <p:nvPr/>
      </p:nvGrpSpPr>
      <p:grpSpPr>
        <a:xfrm>
          <a:off x="0" y="0"/>
          <a:ext cx="0" cy="0"/>
          <a:chOff x="0" y="0"/>
          <a:chExt cx="0" cy="0"/>
        </a:xfrm>
      </p:grpSpPr>
      <p:graphicFrame>
        <p:nvGraphicFramePr>
          <p:cNvPr id="247" name="Google Shape;247;p22"/>
          <p:cNvGraphicFramePr/>
          <p:nvPr/>
        </p:nvGraphicFramePr>
        <p:xfrm>
          <a:off x="6096000" y="2773368"/>
          <a:ext cx="3000000" cy="3000000"/>
        </p:xfrm>
        <a:graphic>
          <a:graphicData uri="http://schemas.openxmlformats.org/drawingml/2006/table">
            <a:tbl>
              <a:tblPr bandRow="1" firstRow="1">
                <a:noFill/>
                <a:tableStyleId>{8009B67A-4571-4B0B-BC30-693B253E2A07}</a:tableStyleId>
              </a:tblPr>
              <a:tblGrid>
                <a:gridCol w="4876800"/>
                <a:gridCol w="4876800"/>
                <a:gridCol w="4876800"/>
                <a:gridCol w="4876800"/>
                <a:gridCol w="4876800"/>
              </a:tblGrid>
              <a:tr h="1252275">
                <a:tc gridSpan="5">
                  <a:txBody>
                    <a:bodyPr/>
                    <a:lstStyle/>
                    <a:p>
                      <a:pPr indent="0" lvl="0" marL="0" marR="0" rtl="0" algn="ctr">
                        <a:lnSpc>
                          <a:spcPct val="11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Heading</a:t>
                      </a:r>
                      <a:endParaRPr sz="1400" u="none" cap="none" strike="noStrike"/>
                    </a:p>
                  </a:txBody>
                  <a:tcPr marT="45725" marB="45725" marR="91450" marL="91450" anchor="ctr">
                    <a:lnL cap="flat" cmpd="sng" w="12700">
                      <a:solidFill>
                        <a:schemeClr val="dk1"/>
                      </a:solidFill>
                      <a:prstDash val="solid"/>
                      <a:round/>
                      <a:headEnd len="sm" w="sm" type="none"/>
                      <a:tailEnd len="sm" w="sm" type="none"/>
                    </a:lnL>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00000"/>
                    </a:solidFill>
                  </a:tcPr>
                </a:tc>
                <a:tc hMerge="1"/>
                <a:tc hMerge="1"/>
                <a:tc hMerge="1"/>
                <a:tc hMerge="1"/>
              </a:tr>
              <a:tr h="1252275">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chemeClr val="dk1"/>
                          </a:solidFill>
                          <a:latin typeface="Cambria"/>
                          <a:ea typeface="Cambria"/>
                          <a:cs typeface="Cambria"/>
                          <a:sym typeface="Cambria"/>
                        </a:rPr>
                        <a:t>SL. No.</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chemeClr val="dk1"/>
                          </a:solidFill>
                          <a:latin typeface="Cambria"/>
                          <a:ea typeface="Cambria"/>
                          <a:cs typeface="Cambria"/>
                          <a:sym typeface="Cambria"/>
                        </a:rPr>
                        <a:t>Subject</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b="1"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b="1"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1" i="0" lang="en-IN" sz="5000" u="none" cap="none" strike="noStrike">
                          <a:solidFill>
                            <a:srgbClr val="000000"/>
                          </a:solidFill>
                          <a:latin typeface="Cambria"/>
                          <a:ea typeface="Cambria"/>
                          <a:cs typeface="Cambria"/>
                          <a:sym typeface="Cambria"/>
                        </a:rPr>
                        <a:t>Subject</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1.</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2.</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3.</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4.</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5.</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6.</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7.</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8.</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b="0" i="0" sz="5000" u="none" cap="none" strike="noStrike">
                        <a:solidFill>
                          <a:srgbClr val="000000"/>
                        </a:solidFill>
                        <a:latin typeface="Cambria"/>
                        <a:ea typeface="Cambria"/>
                        <a:cs typeface="Cambria"/>
                        <a:sym typeface="Cambria"/>
                      </a:endParaRPr>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9.</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1252275">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10.</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10000"/>
                        </a:lnSpc>
                        <a:spcBef>
                          <a:spcPts val="0"/>
                        </a:spcBef>
                        <a:spcAft>
                          <a:spcPts val="0"/>
                        </a:spcAft>
                        <a:buClr>
                          <a:srgbClr val="000000"/>
                        </a:buClr>
                        <a:buSzPts val="5000"/>
                        <a:buFont typeface="Arial"/>
                        <a:buNone/>
                      </a:pPr>
                      <a:r>
                        <a:rPr b="0" i="0" lang="en-IN" sz="5000" u="none" cap="none" strike="noStrike">
                          <a:solidFill>
                            <a:srgbClr val="000000"/>
                          </a:solidFill>
                          <a:latin typeface="Cambria"/>
                          <a:ea typeface="Cambria"/>
                          <a:cs typeface="Cambria"/>
                          <a:sym typeface="Cambria"/>
                        </a:rPr>
                        <a:t>Body</a:t>
                      </a:r>
                      <a:endParaRPr sz="1400" u="none" cap="none" strike="noStrike"/>
                    </a:p>
                  </a:txBody>
                  <a:tcPr marT="45725" marB="45725" marR="91450" marL="91450"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mc:AlternateContent>
    <mc:Choice Requires="p14">
      <p:transition spd="slow" p14:dur="900">
        <p:fade thruBlk="1"/>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51" name="Shape 251"/>
        <p:cNvGrpSpPr/>
        <p:nvPr/>
      </p:nvGrpSpPr>
      <p:grpSpPr>
        <a:xfrm>
          <a:off x="0" y="0"/>
          <a:ext cx="0" cy="0"/>
          <a:chOff x="0" y="0"/>
          <a:chExt cx="0" cy="0"/>
        </a:xfrm>
      </p:grpSpPr>
      <p:grpSp>
        <p:nvGrpSpPr>
          <p:cNvPr id="252" name="Google Shape;252;p23"/>
          <p:cNvGrpSpPr/>
          <p:nvPr/>
        </p:nvGrpSpPr>
        <p:grpSpPr>
          <a:xfrm>
            <a:off x="-1864528" y="681774"/>
            <a:ext cx="7466218" cy="1569660"/>
            <a:chOff x="-1864528" y="681774"/>
            <a:chExt cx="7466218" cy="1569660"/>
          </a:xfrm>
        </p:grpSpPr>
        <p:sp>
          <p:nvSpPr>
            <p:cNvPr id="253" name="Google Shape;253;p23"/>
            <p:cNvSpPr/>
            <p:nvPr/>
          </p:nvSpPr>
          <p:spPr>
            <a:xfrm>
              <a:off x="-1864528" y="681774"/>
              <a:ext cx="7081988" cy="1569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54" name="Google Shape;254;p23"/>
            <p:cNvSpPr txBox="1"/>
            <p:nvPr/>
          </p:nvSpPr>
          <p:spPr>
            <a:xfrm>
              <a:off x="1039500" y="827049"/>
              <a:ext cx="4562190" cy="10156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chemeClr val="lt1"/>
                  </a:solidFill>
                  <a:latin typeface="Cambria"/>
                  <a:ea typeface="Cambria"/>
                  <a:cs typeface="Cambria"/>
                  <a:sym typeface="Cambria"/>
                </a:rPr>
                <a:t>Question</a:t>
              </a:r>
              <a:endParaRPr b="1" i="0" sz="6000" u="none" cap="none" strike="noStrike">
                <a:solidFill>
                  <a:schemeClr val="lt1"/>
                </a:solidFill>
                <a:latin typeface="Cambria"/>
                <a:ea typeface="Cambria"/>
                <a:cs typeface="Cambria"/>
                <a:sym typeface="Cambria"/>
              </a:endParaRPr>
            </a:p>
          </p:txBody>
        </p:sp>
      </p:grpSp>
      <p:sp>
        <p:nvSpPr>
          <p:cNvPr id="255" name="Google Shape;255;p23"/>
          <p:cNvSpPr txBox="1"/>
          <p:nvPr/>
        </p:nvSpPr>
        <p:spPr>
          <a:xfrm>
            <a:off x="3243130" y="6910640"/>
            <a:ext cx="8627100" cy="861900"/>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5000"/>
              <a:buFont typeface="Arial"/>
              <a:buNone/>
            </a:pPr>
            <a:r>
              <a:rPr b="1" i="0" lang="en-IN" sz="5000" u="none" cap="none" strike="noStrike">
                <a:solidFill>
                  <a:srgbClr val="FFFFFF"/>
                </a:solidFill>
                <a:latin typeface="Cambria"/>
                <a:ea typeface="Cambria"/>
                <a:cs typeface="Cambria"/>
                <a:sym typeface="Cambria"/>
              </a:rPr>
              <a:t>Topic heading here</a:t>
            </a:r>
            <a:endParaRPr b="1" i="0" sz="5000" u="none" cap="none" strike="noStrike">
              <a:solidFill>
                <a:srgbClr val="FFFFFF"/>
              </a:solidFill>
              <a:latin typeface="Cambria"/>
              <a:ea typeface="Cambria"/>
              <a:cs typeface="Cambria"/>
              <a:sym typeface="Cambria"/>
            </a:endParaRPr>
          </a:p>
        </p:txBody>
      </p:sp>
      <p:sp>
        <p:nvSpPr>
          <p:cNvPr id="256" name="Google Shape;256;p23"/>
          <p:cNvSpPr txBox="1"/>
          <p:nvPr/>
        </p:nvSpPr>
        <p:spPr>
          <a:xfrm>
            <a:off x="3243130" y="9572580"/>
            <a:ext cx="8627100" cy="861900"/>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5000"/>
              <a:buFont typeface="Arial"/>
              <a:buNone/>
            </a:pPr>
            <a:r>
              <a:rPr b="1" i="0" lang="en-IN" sz="5000" u="none" cap="none" strike="noStrike">
                <a:solidFill>
                  <a:srgbClr val="FFFFFF"/>
                </a:solidFill>
                <a:latin typeface="Cambria"/>
                <a:ea typeface="Cambria"/>
                <a:cs typeface="Cambria"/>
                <a:sym typeface="Cambria"/>
              </a:rPr>
              <a:t>Topic heading here</a:t>
            </a:r>
            <a:endParaRPr b="1" i="0" sz="5000" u="none" cap="none" strike="noStrike">
              <a:solidFill>
                <a:srgbClr val="FFFFFF"/>
              </a:solidFill>
              <a:latin typeface="Cambria"/>
              <a:ea typeface="Cambria"/>
              <a:cs typeface="Cambria"/>
              <a:sym typeface="Cambria"/>
            </a:endParaRPr>
          </a:p>
        </p:txBody>
      </p:sp>
      <p:sp>
        <p:nvSpPr>
          <p:cNvPr id="257" name="Google Shape;257;p23"/>
          <p:cNvSpPr txBox="1"/>
          <p:nvPr/>
        </p:nvSpPr>
        <p:spPr>
          <a:xfrm>
            <a:off x="3243130" y="12234520"/>
            <a:ext cx="8627100" cy="861900"/>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5000"/>
              <a:buFont typeface="Arial"/>
              <a:buNone/>
            </a:pPr>
            <a:r>
              <a:rPr b="1" i="0" lang="en-IN" sz="5000" u="none" cap="none" strike="noStrike">
                <a:solidFill>
                  <a:srgbClr val="FFFFFF"/>
                </a:solidFill>
                <a:latin typeface="Cambria"/>
                <a:ea typeface="Cambria"/>
                <a:cs typeface="Cambria"/>
                <a:sym typeface="Cambria"/>
              </a:rPr>
              <a:t>Topic heading here</a:t>
            </a:r>
            <a:endParaRPr b="1" i="0" sz="5000" u="none" cap="none" strike="noStrike">
              <a:solidFill>
                <a:srgbClr val="FFFFFF"/>
              </a:solidFill>
              <a:latin typeface="Cambria"/>
              <a:ea typeface="Cambria"/>
              <a:cs typeface="Cambria"/>
              <a:sym typeface="Cambria"/>
            </a:endParaRPr>
          </a:p>
        </p:txBody>
      </p:sp>
      <p:sp>
        <p:nvSpPr>
          <p:cNvPr id="258" name="Google Shape;258;p23"/>
          <p:cNvSpPr txBox="1"/>
          <p:nvPr/>
        </p:nvSpPr>
        <p:spPr>
          <a:xfrm>
            <a:off x="3243130" y="14896460"/>
            <a:ext cx="8627100" cy="861900"/>
          </a:xfrm>
          <a:prstGeom prst="rect">
            <a:avLst/>
          </a:prstGeom>
          <a:noFill/>
          <a:ln>
            <a:noFill/>
          </a:ln>
        </p:spPr>
        <p:txBody>
          <a:bodyPr anchorCtr="0" anchor="t" bIns="45700" lIns="91425" spcFirstLastPara="1" rIns="91425" wrap="square" tIns="45700">
            <a:spAutoFit/>
          </a:bodyPr>
          <a:lstStyle/>
          <a:p>
            <a:pPr indent="-2346325" lvl="0" marL="2346325" marR="0" rtl="0" algn="l">
              <a:lnSpc>
                <a:spcPct val="100000"/>
              </a:lnSpc>
              <a:spcBef>
                <a:spcPts val="0"/>
              </a:spcBef>
              <a:spcAft>
                <a:spcPts val="0"/>
              </a:spcAft>
              <a:buClr>
                <a:srgbClr val="000000"/>
              </a:buClr>
              <a:buSzPts val="5000"/>
              <a:buFont typeface="Arial"/>
              <a:buNone/>
            </a:pPr>
            <a:r>
              <a:rPr b="1" i="0" lang="en-IN" sz="5000" u="none" cap="none" strike="noStrike">
                <a:solidFill>
                  <a:srgbClr val="FFFFFF"/>
                </a:solidFill>
                <a:latin typeface="Cambria"/>
                <a:ea typeface="Cambria"/>
                <a:cs typeface="Cambria"/>
                <a:sym typeface="Cambria"/>
              </a:rPr>
              <a:t>Topic heading here</a:t>
            </a:r>
            <a:endParaRPr b="1" i="0" sz="5000" u="none" cap="none" strike="noStrike">
              <a:solidFill>
                <a:srgbClr val="FFFFFF"/>
              </a:solidFill>
              <a:latin typeface="Cambria"/>
              <a:ea typeface="Cambria"/>
              <a:cs typeface="Cambria"/>
              <a:sym typeface="Cambria"/>
            </a:endParaRPr>
          </a:p>
        </p:txBody>
      </p:sp>
      <p:grpSp>
        <p:nvGrpSpPr>
          <p:cNvPr id="259" name="Google Shape;259;p23"/>
          <p:cNvGrpSpPr/>
          <p:nvPr/>
        </p:nvGrpSpPr>
        <p:grpSpPr>
          <a:xfrm>
            <a:off x="1070819" y="6610182"/>
            <a:ext cx="1466700" cy="1462800"/>
            <a:chOff x="9695019" y="16315998"/>
            <a:chExt cx="1466700" cy="1462800"/>
          </a:xfrm>
        </p:grpSpPr>
        <p:sp>
          <p:nvSpPr>
            <p:cNvPr id="260" name="Google Shape;260;p23"/>
            <p:cNvSpPr/>
            <p:nvPr/>
          </p:nvSpPr>
          <p:spPr>
            <a:xfrm>
              <a:off x="9699095" y="16315998"/>
              <a:ext cx="1462500" cy="146280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Calibri"/>
                <a:ea typeface="Calibri"/>
                <a:cs typeface="Calibri"/>
                <a:sym typeface="Calibri"/>
              </a:endParaRPr>
            </a:p>
          </p:txBody>
        </p:sp>
        <p:sp>
          <p:nvSpPr>
            <p:cNvPr id="261" name="Google Shape;261;p23"/>
            <p:cNvSpPr txBox="1"/>
            <p:nvPr/>
          </p:nvSpPr>
          <p:spPr>
            <a:xfrm>
              <a:off x="9695019" y="16413229"/>
              <a:ext cx="1466700" cy="1200600"/>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rgbClr val="FFFFFF"/>
                  </a:solidFill>
                  <a:latin typeface="Cambria"/>
                  <a:ea typeface="Cambria"/>
                  <a:cs typeface="Cambria"/>
                  <a:sym typeface="Cambria"/>
                </a:rPr>
                <a:t>A</a:t>
              </a:r>
              <a:endParaRPr b="0" i="0" sz="1400" u="none" cap="none" strike="noStrike">
                <a:solidFill>
                  <a:srgbClr val="000000"/>
                </a:solidFill>
                <a:latin typeface="Arial"/>
                <a:ea typeface="Arial"/>
                <a:cs typeface="Arial"/>
                <a:sym typeface="Arial"/>
              </a:endParaRPr>
            </a:p>
          </p:txBody>
        </p:sp>
      </p:grpSp>
      <p:grpSp>
        <p:nvGrpSpPr>
          <p:cNvPr id="262" name="Google Shape;262;p23"/>
          <p:cNvGrpSpPr/>
          <p:nvPr/>
        </p:nvGrpSpPr>
        <p:grpSpPr>
          <a:xfrm>
            <a:off x="1070819" y="9272122"/>
            <a:ext cx="1466700" cy="1462800"/>
            <a:chOff x="9695019" y="16315998"/>
            <a:chExt cx="1466700" cy="1462800"/>
          </a:xfrm>
        </p:grpSpPr>
        <p:sp>
          <p:nvSpPr>
            <p:cNvPr id="263" name="Google Shape;263;p23"/>
            <p:cNvSpPr/>
            <p:nvPr/>
          </p:nvSpPr>
          <p:spPr>
            <a:xfrm>
              <a:off x="9699095" y="16315998"/>
              <a:ext cx="1462500" cy="146280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Calibri"/>
                <a:ea typeface="Calibri"/>
                <a:cs typeface="Calibri"/>
                <a:sym typeface="Calibri"/>
              </a:endParaRPr>
            </a:p>
          </p:txBody>
        </p:sp>
        <p:sp>
          <p:nvSpPr>
            <p:cNvPr id="264" name="Google Shape;264;p23"/>
            <p:cNvSpPr txBox="1"/>
            <p:nvPr/>
          </p:nvSpPr>
          <p:spPr>
            <a:xfrm>
              <a:off x="9695019" y="16413229"/>
              <a:ext cx="1466700" cy="1200600"/>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rgbClr val="FFFFFF"/>
                  </a:solidFill>
                  <a:latin typeface="Cambria"/>
                  <a:ea typeface="Cambria"/>
                  <a:cs typeface="Cambria"/>
                  <a:sym typeface="Cambria"/>
                </a:rPr>
                <a:t>B</a:t>
              </a:r>
              <a:endParaRPr b="0" i="0" sz="1400" u="none" cap="none" strike="noStrike">
                <a:solidFill>
                  <a:srgbClr val="000000"/>
                </a:solidFill>
                <a:latin typeface="Arial"/>
                <a:ea typeface="Arial"/>
                <a:cs typeface="Arial"/>
                <a:sym typeface="Arial"/>
              </a:endParaRPr>
            </a:p>
          </p:txBody>
        </p:sp>
      </p:grpSp>
      <p:grpSp>
        <p:nvGrpSpPr>
          <p:cNvPr id="265" name="Google Shape;265;p23"/>
          <p:cNvGrpSpPr/>
          <p:nvPr/>
        </p:nvGrpSpPr>
        <p:grpSpPr>
          <a:xfrm>
            <a:off x="1070819" y="11934062"/>
            <a:ext cx="1466700" cy="1462800"/>
            <a:chOff x="9695019" y="16315998"/>
            <a:chExt cx="1466700" cy="1462800"/>
          </a:xfrm>
        </p:grpSpPr>
        <p:sp>
          <p:nvSpPr>
            <p:cNvPr id="266" name="Google Shape;266;p23"/>
            <p:cNvSpPr/>
            <p:nvPr/>
          </p:nvSpPr>
          <p:spPr>
            <a:xfrm>
              <a:off x="9699095" y="16315998"/>
              <a:ext cx="1462500" cy="146280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Calibri"/>
                <a:ea typeface="Calibri"/>
                <a:cs typeface="Calibri"/>
                <a:sym typeface="Calibri"/>
              </a:endParaRPr>
            </a:p>
          </p:txBody>
        </p:sp>
        <p:sp>
          <p:nvSpPr>
            <p:cNvPr id="267" name="Google Shape;267;p23"/>
            <p:cNvSpPr txBox="1"/>
            <p:nvPr/>
          </p:nvSpPr>
          <p:spPr>
            <a:xfrm>
              <a:off x="9695019" y="16413229"/>
              <a:ext cx="1466700" cy="1200600"/>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rgbClr val="FFFFFF"/>
                  </a:solidFill>
                  <a:latin typeface="Cambria"/>
                  <a:ea typeface="Cambria"/>
                  <a:cs typeface="Cambria"/>
                  <a:sym typeface="Cambria"/>
                </a:rPr>
                <a:t>C</a:t>
              </a:r>
              <a:endParaRPr b="0" i="0" sz="1400" u="none" cap="none" strike="noStrike">
                <a:solidFill>
                  <a:srgbClr val="000000"/>
                </a:solidFill>
                <a:latin typeface="Arial"/>
                <a:ea typeface="Arial"/>
                <a:cs typeface="Arial"/>
                <a:sym typeface="Arial"/>
              </a:endParaRPr>
            </a:p>
          </p:txBody>
        </p:sp>
      </p:grpSp>
      <p:grpSp>
        <p:nvGrpSpPr>
          <p:cNvPr id="268" name="Google Shape;268;p23"/>
          <p:cNvGrpSpPr/>
          <p:nvPr/>
        </p:nvGrpSpPr>
        <p:grpSpPr>
          <a:xfrm>
            <a:off x="1070819" y="14596002"/>
            <a:ext cx="1466700" cy="1462800"/>
            <a:chOff x="9695019" y="16315998"/>
            <a:chExt cx="1466700" cy="1462800"/>
          </a:xfrm>
        </p:grpSpPr>
        <p:sp>
          <p:nvSpPr>
            <p:cNvPr id="269" name="Google Shape;269;p23"/>
            <p:cNvSpPr/>
            <p:nvPr/>
          </p:nvSpPr>
          <p:spPr>
            <a:xfrm>
              <a:off x="9699095" y="16315998"/>
              <a:ext cx="1462500" cy="1462800"/>
            </a:xfrm>
            <a:prstGeom prst="roundRect">
              <a:avLst>
                <a:gd fmla="val 16667" name="adj"/>
              </a:avLst>
            </a:prstGeom>
            <a:solidFill>
              <a:srgbClr val="C00000"/>
            </a:solidFill>
            <a:ln cap="flat" cmpd="sng" w="38100">
              <a:solidFill>
                <a:srgbClr val="FF0000"/>
              </a:solidFill>
              <a:prstDash val="solid"/>
              <a:round/>
              <a:headEnd len="sm" w="sm" type="none"/>
              <a:tailEnd len="sm" w="sm" type="none"/>
            </a:ln>
            <a:effectLst>
              <a:outerShdw blurRad="57785" algn="ctr" dir="3180000" dist="33020">
                <a:srgbClr val="000000">
                  <a:alpha val="3019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6600"/>
                <a:buFont typeface="Arial"/>
                <a:buNone/>
              </a:pPr>
              <a:r>
                <a:t/>
              </a:r>
              <a:endParaRPr b="0" i="0" sz="6600" u="none" cap="none" strike="noStrike">
                <a:solidFill>
                  <a:srgbClr val="FFFFFF"/>
                </a:solidFill>
                <a:latin typeface="Calibri"/>
                <a:ea typeface="Calibri"/>
                <a:cs typeface="Calibri"/>
                <a:sym typeface="Calibri"/>
              </a:endParaRPr>
            </a:p>
          </p:txBody>
        </p:sp>
        <p:sp>
          <p:nvSpPr>
            <p:cNvPr id="270" name="Google Shape;270;p23"/>
            <p:cNvSpPr txBox="1"/>
            <p:nvPr/>
          </p:nvSpPr>
          <p:spPr>
            <a:xfrm>
              <a:off x="9695019" y="16413229"/>
              <a:ext cx="1466700" cy="1200600"/>
            </a:xfrm>
            <a:prstGeom prst="rect">
              <a:avLst/>
            </a:prstGeom>
            <a:noFill/>
            <a:ln>
              <a:noFill/>
            </a:ln>
          </p:spPr>
          <p:txBody>
            <a:bodyPr anchorCtr="0" anchor="t" bIns="45700" lIns="91425" spcFirstLastPara="1" rIns="91425" wrap="square" tIns="45700">
              <a:spAutoFit/>
            </a:bodyPr>
            <a:lstStyle/>
            <a:p>
              <a:pPr indent="-2346325" lvl="0" marL="2346325" marR="0" rtl="0" algn="ctr">
                <a:lnSpc>
                  <a:spcPct val="100000"/>
                </a:lnSpc>
                <a:spcBef>
                  <a:spcPts val="0"/>
                </a:spcBef>
                <a:spcAft>
                  <a:spcPts val="0"/>
                </a:spcAft>
                <a:buClr>
                  <a:srgbClr val="000000"/>
                </a:buClr>
                <a:buSzPts val="7200"/>
                <a:buFont typeface="Arial"/>
                <a:buNone/>
              </a:pPr>
              <a:r>
                <a:rPr b="1" i="0" lang="en-IN" sz="7200" u="none" cap="none" strike="noStrike">
                  <a:solidFill>
                    <a:srgbClr val="FFFFFF"/>
                  </a:solidFill>
                  <a:latin typeface="Cambria"/>
                  <a:ea typeface="Cambria"/>
                  <a:cs typeface="Cambria"/>
                  <a:sym typeface="Cambria"/>
                </a:rPr>
                <a:t>D</a:t>
              </a:r>
              <a:endParaRPr b="0" i="0" sz="1400" u="none" cap="none" strike="noStrike">
                <a:solidFill>
                  <a:srgbClr val="000000"/>
                </a:solidFill>
                <a:latin typeface="Arial"/>
                <a:ea typeface="Arial"/>
                <a:cs typeface="Arial"/>
                <a:sym typeface="Arial"/>
              </a:endParaRPr>
            </a:p>
          </p:txBody>
        </p:sp>
      </p:grpSp>
      <p:sp>
        <p:nvSpPr>
          <p:cNvPr id="271" name="Google Shape;271;p23"/>
          <p:cNvSpPr txBox="1"/>
          <p:nvPr/>
        </p:nvSpPr>
        <p:spPr>
          <a:xfrm>
            <a:off x="1240331" y="2831553"/>
            <a:ext cx="8627100" cy="861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5000"/>
              <a:buFont typeface="Arial"/>
              <a:buNone/>
            </a:pPr>
            <a:r>
              <a:rPr b="1" i="0" lang="en-IN" sz="5000" u="none" cap="none" strike="noStrike">
                <a:solidFill>
                  <a:srgbClr val="FFFFFF"/>
                </a:solidFill>
                <a:latin typeface="Cambria"/>
                <a:ea typeface="Cambria"/>
                <a:cs typeface="Cambria"/>
                <a:sym typeface="Cambria"/>
              </a:rPr>
              <a:t>Type your question here</a:t>
            </a:r>
            <a:endParaRPr b="1" i="0" sz="5000" u="none" cap="none" strike="noStrike">
              <a:solidFill>
                <a:srgbClr val="FFFFFF"/>
              </a:solidFill>
              <a:latin typeface="Cambria"/>
              <a:ea typeface="Cambria"/>
              <a:cs typeface="Cambria"/>
              <a:sym typeface="Cambria"/>
            </a:endParaRPr>
          </a:p>
        </p:txBody>
      </p:sp>
    </p:spTree>
  </p:cSld>
  <p:clrMapOvr>
    <a:masterClrMapping/>
  </p:clrMapOvr>
  <mc:AlternateContent>
    <mc:Choice Requires="p14">
      <p:transition spd="slow" p14:dur="900">
        <p:fade thruBlk="1"/>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75" name="Shape 275"/>
        <p:cNvGrpSpPr/>
        <p:nvPr/>
      </p:nvGrpSpPr>
      <p:grpSpPr>
        <a:xfrm>
          <a:off x="0" y="0"/>
          <a:ext cx="0" cy="0"/>
          <a:chOff x="0" y="0"/>
          <a:chExt cx="0" cy="0"/>
        </a:xfrm>
      </p:grpSpPr>
      <p:grpSp>
        <p:nvGrpSpPr>
          <p:cNvPr id="276" name="Google Shape;276;p24"/>
          <p:cNvGrpSpPr/>
          <p:nvPr/>
        </p:nvGrpSpPr>
        <p:grpSpPr>
          <a:xfrm>
            <a:off x="185330" y="-803658"/>
            <a:ext cx="15565947" cy="6019512"/>
            <a:chOff x="185330" y="-803658"/>
            <a:chExt cx="15565947" cy="6019512"/>
          </a:xfrm>
        </p:grpSpPr>
        <p:sp>
          <p:nvSpPr>
            <p:cNvPr id="277" name="Google Shape;277;p24"/>
            <p:cNvSpPr/>
            <p:nvPr/>
          </p:nvSpPr>
          <p:spPr>
            <a:xfrm>
              <a:off x="1780335" y="843803"/>
              <a:ext cx="13675975" cy="2748660"/>
            </a:xfrm>
            <a:prstGeom prst="roundRect">
              <a:avLst>
                <a:gd fmla="val 50000" name="adj"/>
              </a:avLst>
            </a:prstGeom>
            <a:solidFill>
              <a:srgbClr val="8E0000"/>
            </a:solidFill>
            <a:ln cap="flat" cmpd="sng" w="104775">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278" name="Google Shape;278;p24"/>
            <p:cNvSpPr txBox="1"/>
            <p:nvPr/>
          </p:nvSpPr>
          <p:spPr>
            <a:xfrm>
              <a:off x="5345559" y="1525636"/>
              <a:ext cx="10405718" cy="13233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000"/>
                <a:buFont typeface="Arial"/>
                <a:buNone/>
              </a:pPr>
              <a:r>
                <a:rPr b="1" i="0" lang="en-IN" sz="8000" u="none" cap="none" strike="noStrike">
                  <a:solidFill>
                    <a:schemeClr val="lt1"/>
                  </a:solidFill>
                  <a:latin typeface="Cambria"/>
                  <a:ea typeface="Cambria"/>
                  <a:cs typeface="Cambria"/>
                  <a:sym typeface="Cambria"/>
                </a:rPr>
                <a:t>Type Heading here</a:t>
              </a:r>
              <a:endParaRPr b="1" i="0" sz="8000" u="none" cap="none" strike="noStrike">
                <a:solidFill>
                  <a:schemeClr val="lt1"/>
                </a:solidFill>
                <a:latin typeface="Cambria"/>
                <a:ea typeface="Cambria"/>
                <a:cs typeface="Cambria"/>
                <a:sym typeface="Cambria"/>
              </a:endParaRPr>
            </a:p>
          </p:txBody>
        </p:sp>
        <p:pic>
          <p:nvPicPr>
            <p:cNvPr id="279" name="Google Shape;279;p24"/>
            <p:cNvPicPr preferRelativeResize="0"/>
            <p:nvPr/>
          </p:nvPicPr>
          <p:blipFill rotWithShape="1">
            <a:blip r:embed="rId3">
              <a:alphaModFix/>
            </a:blip>
            <a:srcRect b="0" l="0" r="0" t="0"/>
            <a:stretch/>
          </p:blipFill>
          <p:spPr>
            <a:xfrm rot="-611711">
              <a:off x="621103" y="-453505"/>
              <a:ext cx="4430993" cy="5319205"/>
            </a:xfrm>
            <a:prstGeom prst="rect">
              <a:avLst/>
            </a:prstGeom>
            <a:noFill/>
            <a:ln>
              <a:noFill/>
            </a:ln>
            <a:effectLst>
              <a:outerShdw blurRad="190500" rotWithShape="0" algn="tl" dir="2700000" dist="152400">
                <a:srgbClr val="000000">
                  <a:alpha val="50196"/>
                </a:srgbClr>
              </a:outerShdw>
            </a:effectLst>
          </p:spPr>
        </p:pic>
      </p:grpSp>
      <p:grpSp>
        <p:nvGrpSpPr>
          <p:cNvPr id="280" name="Google Shape;280;p24"/>
          <p:cNvGrpSpPr/>
          <p:nvPr/>
        </p:nvGrpSpPr>
        <p:grpSpPr>
          <a:xfrm>
            <a:off x="1137267" y="3468709"/>
            <a:ext cx="35323444" cy="16042723"/>
            <a:chOff x="1137267" y="3468709"/>
            <a:chExt cx="35323444" cy="16042723"/>
          </a:xfrm>
        </p:grpSpPr>
        <p:grpSp>
          <p:nvGrpSpPr>
            <p:cNvPr id="281" name="Google Shape;281;p24"/>
            <p:cNvGrpSpPr/>
            <p:nvPr/>
          </p:nvGrpSpPr>
          <p:grpSpPr>
            <a:xfrm>
              <a:off x="11505432" y="4870517"/>
              <a:ext cx="12435528" cy="3697230"/>
              <a:chOff x="11505432" y="6643856"/>
              <a:chExt cx="12435528" cy="3697230"/>
            </a:xfrm>
          </p:grpSpPr>
          <p:sp>
            <p:nvSpPr>
              <p:cNvPr id="282" name="Google Shape;282;p24"/>
              <p:cNvSpPr txBox="1"/>
              <p:nvPr/>
            </p:nvSpPr>
            <p:spPr>
              <a:xfrm>
                <a:off x="11505432" y="6643856"/>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 Cambria Bold</a:t>
                </a:r>
                <a:endParaRPr b="0" i="0" sz="6000" u="none" cap="none" strike="noStrike">
                  <a:solidFill>
                    <a:srgbClr val="FFFFFF"/>
                  </a:solidFill>
                  <a:latin typeface="Cambria"/>
                  <a:ea typeface="Cambria"/>
                  <a:cs typeface="Cambria"/>
                  <a:sym typeface="Cambria"/>
                </a:endParaRPr>
              </a:p>
            </p:txBody>
          </p:sp>
          <p:sp>
            <p:nvSpPr>
              <p:cNvPr id="283" name="Google Shape;283;p24"/>
              <p:cNvSpPr txBox="1"/>
              <p:nvPr/>
            </p:nvSpPr>
            <p:spPr>
              <a:xfrm>
                <a:off x="11505432" y="8009943"/>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284" name="Google Shape;284;p24"/>
              <p:cNvSpPr txBox="1"/>
              <p:nvPr/>
            </p:nvSpPr>
            <p:spPr>
              <a:xfrm>
                <a:off x="11505438" y="9325464"/>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80pt</a:t>
                </a:r>
                <a:endParaRPr b="0" i="0" sz="6000" u="none" cap="none" strike="noStrike">
                  <a:solidFill>
                    <a:srgbClr val="FFFFFF"/>
                  </a:solidFill>
                  <a:latin typeface="Cambria"/>
                  <a:ea typeface="Cambria"/>
                  <a:cs typeface="Cambria"/>
                  <a:sym typeface="Cambria"/>
                </a:endParaRPr>
              </a:p>
            </p:txBody>
          </p:sp>
        </p:grpSp>
        <p:sp>
          <p:nvSpPr>
            <p:cNvPr id="285" name="Google Shape;285;p24"/>
            <p:cNvSpPr/>
            <p:nvPr/>
          </p:nvSpPr>
          <p:spPr>
            <a:xfrm>
              <a:off x="12236848" y="3468709"/>
              <a:ext cx="685800" cy="1108278"/>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286" name="Google Shape;286;p24"/>
            <p:cNvSpPr txBox="1"/>
            <p:nvPr/>
          </p:nvSpPr>
          <p:spPr>
            <a:xfrm>
              <a:off x="23653361" y="6058628"/>
              <a:ext cx="12088921" cy="2400617"/>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5000"/>
                <a:buFont typeface="Arial"/>
                <a:buNone/>
              </a:pPr>
              <a:r>
                <a:rPr b="0" i="0" lang="en-IN" sz="5000" u="none" cap="none" strike="noStrike">
                  <a:solidFill>
                    <a:srgbClr val="FFFF00"/>
                  </a:solidFill>
                  <a:latin typeface="Cambria"/>
                  <a:ea typeface="Cambria"/>
                  <a:cs typeface="Cambria"/>
                  <a:sym typeface="Cambria"/>
                </a:rPr>
                <a:t>Those who don’t know, Press ( Alt ) + ( = ) button to type in Cambria Math for equations like - </a:t>
              </a:r>
              <a:endParaRPr b="0" i="0" sz="5000" u="none" cap="none" strike="noStrike">
                <a:solidFill>
                  <a:srgbClr val="FFFF00"/>
                </a:solidFill>
                <a:latin typeface="Cambria"/>
                <a:ea typeface="Cambria"/>
                <a:cs typeface="Cambria"/>
                <a:sym typeface="Cambria"/>
              </a:endParaRPr>
            </a:p>
          </p:txBody>
        </p:sp>
        <p:sp>
          <p:nvSpPr>
            <p:cNvPr id="287" name="Google Shape;287;p24"/>
            <p:cNvSpPr/>
            <p:nvPr/>
          </p:nvSpPr>
          <p:spPr>
            <a:xfrm>
              <a:off x="1277472" y="15692720"/>
              <a:ext cx="34021056" cy="3818712"/>
            </a:xfrm>
            <a:prstGeom prst="roundRect">
              <a:avLst>
                <a:gd fmla="val 8216" name="adj"/>
              </a:avLst>
            </a:prstGeom>
            <a:solidFill>
              <a:schemeClr val="dk1">
                <a:alpha val="49804"/>
              </a:schemeClr>
            </a:solidFill>
            <a:ln cap="flat" cmpd="sng" w="38100">
              <a:solidFill>
                <a:srgbClr val="BFBFBF"/>
              </a:solidFill>
              <a:prstDash val="solid"/>
              <a:miter lim="0"/>
              <a:headEnd len="sm" w="sm" type="none"/>
              <a:tailEnd len="sm" w="sm" type="none"/>
            </a:ln>
            <a:effectLst>
              <a:outerShdw blurRad="50800" rotWithShape="0" algn="tl" dir="2700000" dist="38100">
                <a:srgbClr val="000000">
                  <a:alpha val="40000"/>
                </a:srgbClr>
              </a:outerShdw>
            </a:effectLst>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88" name="Google Shape;288;p24"/>
            <p:cNvSpPr txBox="1"/>
            <p:nvPr/>
          </p:nvSpPr>
          <p:spPr>
            <a:xfrm>
              <a:off x="1814322" y="15986250"/>
              <a:ext cx="32947364" cy="3046948"/>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4800"/>
                <a:buFont typeface="Arial"/>
                <a:buNone/>
              </a:pPr>
              <a:r>
                <a:rPr b="1" i="0" lang="en-IN" sz="4800" u="none" cap="none" strike="noStrike">
                  <a:solidFill>
                    <a:srgbClr val="FFFF00"/>
                  </a:solidFill>
                  <a:latin typeface="Poppins"/>
                  <a:ea typeface="Poppins"/>
                  <a:cs typeface="Poppins"/>
                  <a:sym typeface="Poppins"/>
                </a:rPr>
                <a:t>PS -</a:t>
              </a:r>
              <a:r>
                <a:rPr b="0" i="0" lang="en-IN" sz="4800" u="none" cap="none" strike="noStrike">
                  <a:solidFill>
                    <a:srgbClr val="FFFF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b="1" i="0" lang="en-IN" sz="4800" u="none" cap="none" strike="noStrike">
                  <a:solidFill>
                    <a:srgbClr val="FFFF00"/>
                  </a:solidFill>
                  <a:latin typeface="Poppins"/>
                  <a:ea typeface="Poppins"/>
                  <a:cs typeface="Poppins"/>
                  <a:sym typeface="Poppins"/>
                </a:rPr>
                <a:t>Do use Microsoft PowerPoint slideshow</a:t>
              </a:r>
              <a:r>
                <a:rPr b="1" i="0" lang="en-IN" sz="4800" u="none" cap="none" strike="noStrike">
                  <a:solidFill>
                    <a:srgbClr val="FFC000"/>
                  </a:solidFill>
                  <a:latin typeface="Poppins"/>
                  <a:ea typeface="Poppins"/>
                  <a:cs typeface="Poppins"/>
                  <a:sym typeface="Poppins"/>
                </a:rPr>
                <a:t> </a:t>
              </a:r>
              <a:r>
                <a:rPr b="0" i="0" lang="en-IN" sz="4800" u="none" cap="none" strike="noStrike">
                  <a:solidFill>
                    <a:schemeClr val="lt1"/>
                  </a:solidFill>
                  <a:latin typeface="Poppins"/>
                  <a:ea typeface="Poppins"/>
                  <a:cs typeface="Poppins"/>
                  <a:sym typeface="Poppins"/>
                </a:rPr>
                <a:t>for its best view &amp; If you have any issues, please connect with our ppt team.</a:t>
              </a:r>
              <a:endParaRPr b="0" i="0" sz="1600" u="none" cap="none" strike="noStrike">
                <a:solidFill>
                  <a:srgbClr val="000000"/>
                </a:solidFill>
                <a:latin typeface="Arial"/>
                <a:ea typeface="Arial"/>
                <a:cs typeface="Arial"/>
                <a:sym typeface="Arial"/>
              </a:endParaRPr>
            </a:p>
          </p:txBody>
        </p:sp>
        <p:grpSp>
          <p:nvGrpSpPr>
            <p:cNvPr id="289" name="Google Shape;289;p24"/>
            <p:cNvGrpSpPr/>
            <p:nvPr/>
          </p:nvGrpSpPr>
          <p:grpSpPr>
            <a:xfrm>
              <a:off x="1137267" y="9694603"/>
              <a:ext cx="12435528" cy="5254689"/>
              <a:chOff x="1137267" y="9388383"/>
              <a:chExt cx="12435528" cy="5254689"/>
            </a:xfrm>
          </p:grpSpPr>
          <p:sp>
            <p:nvSpPr>
              <p:cNvPr id="290" name="Google Shape;290;p24"/>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 Cambria Bold</a:t>
                </a:r>
                <a:endParaRPr b="0" i="0" sz="6000" u="none" cap="none" strike="noStrike">
                  <a:solidFill>
                    <a:srgbClr val="FFFFFF"/>
                  </a:solidFill>
                  <a:latin typeface="Cambria"/>
                  <a:ea typeface="Cambria"/>
                  <a:cs typeface="Cambria"/>
                  <a:sym typeface="Cambria"/>
                </a:endParaRPr>
              </a:p>
            </p:txBody>
          </p:sp>
          <p:sp>
            <p:nvSpPr>
              <p:cNvPr id="291" name="Google Shape;291;p24"/>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292" name="Google Shape;292;p24"/>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60pt</a:t>
                </a:r>
                <a:endParaRPr b="0" i="0" sz="6000" u="none" cap="none" strike="noStrike">
                  <a:solidFill>
                    <a:srgbClr val="FFFFFF"/>
                  </a:solidFill>
                  <a:latin typeface="Cambria"/>
                  <a:ea typeface="Cambria"/>
                  <a:cs typeface="Cambria"/>
                  <a:sym typeface="Cambria"/>
                </a:endParaRPr>
              </a:p>
            </p:txBody>
          </p:sp>
          <p:sp>
            <p:nvSpPr>
              <p:cNvPr id="293" name="Google Shape;293;p24"/>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FFFF00"/>
                    </a:solidFill>
                    <a:latin typeface="Cambria"/>
                    <a:ea typeface="Cambria"/>
                    <a:cs typeface="Cambria"/>
                    <a:sym typeface="Cambria"/>
                  </a:rPr>
                  <a:t>For Sub Heading</a:t>
                </a:r>
                <a:endParaRPr b="1" i="0" sz="6000" u="none" cap="none" strike="noStrike">
                  <a:solidFill>
                    <a:srgbClr val="FFFF00"/>
                  </a:solidFill>
                  <a:latin typeface="Cambria"/>
                  <a:ea typeface="Cambria"/>
                  <a:cs typeface="Cambria"/>
                  <a:sym typeface="Cambria"/>
                </a:endParaRPr>
              </a:p>
            </p:txBody>
          </p:sp>
          <p:sp>
            <p:nvSpPr>
              <p:cNvPr id="294" name="Google Shape;294;p24"/>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grpSp>
          <p:nvGrpSpPr>
            <p:cNvPr id="295" name="Google Shape;295;p24"/>
            <p:cNvGrpSpPr/>
            <p:nvPr/>
          </p:nvGrpSpPr>
          <p:grpSpPr>
            <a:xfrm>
              <a:off x="12922648" y="9694603"/>
              <a:ext cx="12435528" cy="5254689"/>
              <a:chOff x="1137267" y="9388383"/>
              <a:chExt cx="12435528" cy="5254689"/>
            </a:xfrm>
          </p:grpSpPr>
          <p:sp>
            <p:nvSpPr>
              <p:cNvPr id="296" name="Google Shape;296;p24"/>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Cambria</a:t>
                </a:r>
                <a:endParaRPr b="0" i="0" sz="6000" u="none" cap="none" strike="noStrike">
                  <a:solidFill>
                    <a:srgbClr val="FFFFFF"/>
                  </a:solidFill>
                  <a:latin typeface="Cambria"/>
                  <a:ea typeface="Cambria"/>
                  <a:cs typeface="Cambria"/>
                  <a:sym typeface="Cambria"/>
                </a:endParaRPr>
              </a:p>
            </p:txBody>
          </p:sp>
          <p:sp>
            <p:nvSpPr>
              <p:cNvPr id="297" name="Google Shape;297;p24"/>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298" name="Google Shape;298;p24"/>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50pt</a:t>
                </a:r>
                <a:endParaRPr b="0" i="0" sz="6000" u="none" cap="none" strike="noStrike">
                  <a:solidFill>
                    <a:srgbClr val="FFFFFF"/>
                  </a:solidFill>
                  <a:latin typeface="Cambria"/>
                  <a:ea typeface="Cambria"/>
                  <a:cs typeface="Cambria"/>
                  <a:sym typeface="Cambria"/>
                </a:endParaRPr>
              </a:p>
            </p:txBody>
          </p:sp>
          <p:sp>
            <p:nvSpPr>
              <p:cNvPr id="299" name="Google Shape;299;p24"/>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n-IN" sz="6000" u="none" cap="none" strike="noStrike">
                    <a:solidFill>
                      <a:srgbClr val="FFFF00"/>
                    </a:solidFill>
                    <a:latin typeface="Cambria"/>
                    <a:ea typeface="Cambria"/>
                    <a:cs typeface="Cambria"/>
                    <a:sym typeface="Cambria"/>
                  </a:rPr>
                  <a:t>For Normal Text</a:t>
                </a:r>
                <a:endParaRPr b="1" i="0" sz="6000" u="none" cap="none" strike="noStrike">
                  <a:solidFill>
                    <a:srgbClr val="FFFF00"/>
                  </a:solidFill>
                  <a:latin typeface="Cambria"/>
                  <a:ea typeface="Cambria"/>
                  <a:cs typeface="Cambria"/>
                  <a:sym typeface="Cambria"/>
                </a:endParaRPr>
              </a:p>
            </p:txBody>
          </p:sp>
          <p:sp>
            <p:nvSpPr>
              <p:cNvPr id="300" name="Google Shape;300;p24"/>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grpSp>
          <p:nvGrpSpPr>
            <p:cNvPr id="301" name="Google Shape;301;p24"/>
            <p:cNvGrpSpPr/>
            <p:nvPr/>
          </p:nvGrpSpPr>
          <p:grpSpPr>
            <a:xfrm>
              <a:off x="24025183" y="9694603"/>
              <a:ext cx="12435528" cy="5254689"/>
              <a:chOff x="1137267" y="9388383"/>
              <a:chExt cx="12435528" cy="5254689"/>
            </a:xfrm>
          </p:grpSpPr>
          <p:sp>
            <p:nvSpPr>
              <p:cNvPr id="302" name="Google Shape;302;p24"/>
              <p:cNvSpPr txBox="1"/>
              <p:nvPr/>
            </p:nvSpPr>
            <p:spPr>
              <a:xfrm>
                <a:off x="1137267" y="11368259"/>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Type: Cambria Italic</a:t>
                </a:r>
                <a:endParaRPr b="0" i="0" sz="6000" u="none" cap="none" strike="noStrike">
                  <a:solidFill>
                    <a:srgbClr val="FFFFFF"/>
                  </a:solidFill>
                  <a:latin typeface="Cambria"/>
                  <a:ea typeface="Cambria"/>
                  <a:cs typeface="Cambria"/>
                  <a:sym typeface="Cambria"/>
                </a:endParaRPr>
              </a:p>
            </p:txBody>
          </p:sp>
          <p:sp>
            <p:nvSpPr>
              <p:cNvPr id="303" name="Google Shape;303;p24"/>
              <p:cNvSpPr txBox="1"/>
              <p:nvPr/>
            </p:nvSpPr>
            <p:spPr>
              <a:xfrm>
                <a:off x="1137267" y="12540162"/>
                <a:ext cx="7645040"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Color : #FFFFFF</a:t>
                </a:r>
                <a:endParaRPr b="0" i="0" sz="6000" u="none" cap="none" strike="noStrike">
                  <a:solidFill>
                    <a:srgbClr val="FFFFFF"/>
                  </a:solidFill>
                  <a:latin typeface="Cambria"/>
                  <a:ea typeface="Cambria"/>
                  <a:cs typeface="Cambria"/>
                  <a:sym typeface="Cambria"/>
                </a:endParaRPr>
              </a:p>
            </p:txBody>
          </p:sp>
          <p:sp>
            <p:nvSpPr>
              <p:cNvPr id="304" name="Google Shape;304;p24"/>
              <p:cNvSpPr txBox="1"/>
              <p:nvPr/>
            </p:nvSpPr>
            <p:spPr>
              <a:xfrm>
                <a:off x="1137273" y="13627450"/>
                <a:ext cx="6325362"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0" lang="en-IN" sz="6000" u="none" cap="none" strike="noStrike">
                    <a:solidFill>
                      <a:srgbClr val="FFFFFF"/>
                    </a:solidFill>
                    <a:latin typeface="Cambria"/>
                    <a:ea typeface="Cambria"/>
                    <a:cs typeface="Cambria"/>
                    <a:sym typeface="Cambria"/>
                  </a:rPr>
                  <a:t>Font Size : 60pt</a:t>
                </a:r>
                <a:endParaRPr b="0" i="0" sz="6000" u="none" cap="none" strike="noStrike">
                  <a:solidFill>
                    <a:srgbClr val="FFFFFF"/>
                  </a:solidFill>
                  <a:latin typeface="Cambria"/>
                  <a:ea typeface="Cambria"/>
                  <a:cs typeface="Cambria"/>
                  <a:sym typeface="Cambria"/>
                </a:endParaRPr>
              </a:p>
            </p:txBody>
          </p:sp>
          <p:sp>
            <p:nvSpPr>
              <p:cNvPr id="305" name="Google Shape;305;p24"/>
              <p:cNvSpPr txBox="1"/>
              <p:nvPr/>
            </p:nvSpPr>
            <p:spPr>
              <a:xfrm>
                <a:off x="1137267" y="9388383"/>
                <a:ext cx="12435528" cy="1015622"/>
              </a:xfrm>
              <a:prstGeom prst="rect">
                <a:avLst/>
              </a:prstGeom>
              <a:noFill/>
              <a:ln>
                <a:noFill/>
              </a:ln>
            </p:spPr>
            <p:txBody>
              <a:bodyPr anchorCtr="0" anchor="t" bIns="45700" lIns="91400" spcFirstLastPara="1" rIns="91400" wrap="square" tIns="45700">
                <a:spAutoFit/>
              </a:bodyPr>
              <a:lstStyle/>
              <a:p>
                <a:pPr indent="0" lvl="0" marL="0" marR="0" rtl="0" algn="l">
                  <a:lnSpc>
                    <a:spcPct val="100000"/>
                  </a:lnSpc>
                  <a:spcBef>
                    <a:spcPts val="0"/>
                  </a:spcBef>
                  <a:spcAft>
                    <a:spcPts val="0"/>
                  </a:spcAft>
                  <a:buClr>
                    <a:srgbClr val="000000"/>
                  </a:buClr>
                  <a:buSzPts val="6000"/>
                  <a:buFont typeface="Arial"/>
                  <a:buNone/>
                </a:pPr>
                <a:r>
                  <a:rPr b="0" i="1" lang="en-IN" sz="6000" u="none" cap="none" strike="noStrike">
                    <a:solidFill>
                      <a:srgbClr val="FFFF00"/>
                    </a:solidFill>
                    <a:latin typeface="Cambria"/>
                    <a:ea typeface="Cambria"/>
                    <a:cs typeface="Cambria"/>
                    <a:sym typeface="Cambria"/>
                  </a:rPr>
                  <a:t>For Equation</a:t>
                </a:r>
                <a:endParaRPr b="0" i="1" sz="6000" u="none" cap="none" strike="noStrike">
                  <a:solidFill>
                    <a:srgbClr val="FFFF00"/>
                  </a:solidFill>
                  <a:latin typeface="Cambria"/>
                  <a:ea typeface="Cambria"/>
                  <a:cs typeface="Cambria"/>
                  <a:sym typeface="Cambria"/>
                </a:endParaRPr>
              </a:p>
            </p:txBody>
          </p:sp>
          <p:sp>
            <p:nvSpPr>
              <p:cNvPr id="306" name="Google Shape;306;p24"/>
              <p:cNvSpPr/>
              <p:nvPr/>
            </p:nvSpPr>
            <p:spPr>
              <a:xfrm>
                <a:off x="2707406" y="10414654"/>
                <a:ext cx="685800" cy="915932"/>
              </a:xfrm>
              <a:prstGeom prst="upArrow">
                <a:avLst>
                  <a:gd fmla="val 50000" name="adj1"/>
                  <a:gd fmla="val 77451" name="adj2"/>
                </a:avLst>
              </a:prstGeom>
              <a:solidFill>
                <a:schemeClr val="lt1"/>
              </a:solidFill>
              <a:ln>
                <a:noFill/>
              </a:ln>
            </p:spPr>
            <p:txBody>
              <a:bodyPr anchorCtr="0" anchor="ctr" bIns="45700" lIns="91400" spcFirstLastPara="1" rIns="91400"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grpSp>
        <p:cxnSp>
          <p:nvCxnSpPr>
            <p:cNvPr id="307" name="Google Shape;307;p24"/>
            <p:cNvCxnSpPr/>
            <p:nvPr/>
          </p:nvCxnSpPr>
          <p:spPr>
            <a:xfrm>
              <a:off x="1207370" y="9167426"/>
              <a:ext cx="34161261" cy="0"/>
            </a:xfrm>
            <a:prstGeom prst="straightConnector1">
              <a:avLst/>
            </a:prstGeom>
            <a:noFill/>
            <a:ln cap="flat" cmpd="sng" w="9525">
              <a:solidFill>
                <a:schemeClr val="lt1"/>
              </a:solidFill>
              <a:prstDash val="solid"/>
              <a:round/>
              <a:headEnd len="sm" w="sm" type="none"/>
              <a:tailEnd len="sm" w="sm" type="none"/>
            </a:ln>
          </p:spPr>
        </p:cxnSp>
        <p:cxnSp>
          <p:nvCxnSpPr>
            <p:cNvPr id="308" name="Google Shape;308;p24"/>
            <p:cNvCxnSpPr/>
            <p:nvPr/>
          </p:nvCxnSpPr>
          <p:spPr>
            <a:xfrm rot="-5400000">
              <a:off x="8959652" y="12384787"/>
              <a:ext cx="4616232" cy="0"/>
            </a:xfrm>
            <a:prstGeom prst="straightConnector1">
              <a:avLst/>
            </a:prstGeom>
            <a:noFill/>
            <a:ln cap="flat" cmpd="sng" w="9525">
              <a:solidFill>
                <a:schemeClr val="lt1"/>
              </a:solidFill>
              <a:prstDash val="solid"/>
              <a:round/>
              <a:headEnd len="sm" w="sm" type="none"/>
              <a:tailEnd len="sm" w="sm" type="none"/>
            </a:ln>
          </p:spPr>
        </p:cxnSp>
        <p:cxnSp>
          <p:nvCxnSpPr>
            <p:cNvPr id="309" name="Google Shape;309;p24"/>
            <p:cNvCxnSpPr/>
            <p:nvPr/>
          </p:nvCxnSpPr>
          <p:spPr>
            <a:xfrm rot="-5400000">
              <a:off x="19866085" y="12384787"/>
              <a:ext cx="4616232" cy="0"/>
            </a:xfrm>
            <a:prstGeom prst="straightConnector1">
              <a:avLst/>
            </a:prstGeom>
            <a:noFill/>
            <a:ln cap="flat" cmpd="sng" w="9525">
              <a:solidFill>
                <a:schemeClr val="lt1"/>
              </a:solidFill>
              <a:prstDash val="solid"/>
              <a:round/>
              <a:headEnd len="sm" w="sm" type="none"/>
              <a:tailEnd len="sm" w="sm" type="none"/>
            </a:ln>
          </p:spPr>
        </p:cxnSp>
      </p:grpSp>
    </p:spTree>
  </p:cSld>
  <p:clrMapOvr>
    <a:masterClrMapping/>
  </p:clrMapOvr>
  <mc:AlternateContent>
    <mc:Choice Requires="p14">
      <p:transition spd="slow" p14:dur="900">
        <p:fade thruBlk="1"/>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